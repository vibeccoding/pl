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tags/tag1.xml" ContentType="application/vnd.openxmlformats-officedocument.presentationml.tags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"/>
  </p:notesMasterIdLst>
  <p:sldIdLst>
    <p:sldId id="2147479215" r:id="rId2"/>
    <p:sldId id="2147482793" r:id="rId3"/>
    <p:sldId id="2147482794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7" d="100"/>
          <a:sy n="57" d="100"/>
        </p:scale>
        <p:origin x="4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CEB696-FAD1-48C3-851E-152455C0E249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7F3379B-657E-4BB9-81DE-2DE896198A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7982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154E7F-9116-C2B6-EE2A-072947D693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AB7A02-68AA-BC7C-A030-6B1CD335B1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2B7285-A7CF-3480-C542-41788E55C4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solidFill>
                <a:srgbClr val="FF000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ED0866-0817-D72D-21F1-F6A943A751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9A3903-E1C0-B641-BF09-7903E2AE2EC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90245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VERS">
    <p:bg>
      <p:bgPr>
        <a:solidFill>
          <a:schemeClr val="accent6">
            <a:lumMod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E16FD177-B563-EFF3-1BBA-DFAD35B66ED2}"/>
              </a:ext>
            </a:extLst>
          </p:cNvPr>
          <p:cNvSpPr txBox="1"/>
          <p:nvPr/>
        </p:nvSpPr>
        <p:spPr>
          <a:xfrm>
            <a:off x="1600379" y="2407182"/>
            <a:ext cx="8991244" cy="2043636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6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rPr>
              <a:t>COVERS</a:t>
            </a:r>
            <a:endParaRPr kumimoji="0" lang="en-US" sz="7200" b="0" i="1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49874828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ver 1">
    <p:bg bwMode="auto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A8B373-B954-E6CF-C9C8-9AC20DDB243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white">
          <a:xfrm>
            <a:off x="1005839" y="2936367"/>
            <a:ext cx="4023360" cy="997196"/>
          </a:xfrm>
        </p:spPr>
        <p:txBody>
          <a:bodyPr anchor="b"/>
          <a:lstStyle>
            <a:lvl1pPr algn="l">
              <a:defRPr sz="3600" b="1"/>
            </a:lvl1pPr>
          </a:lstStyle>
          <a:p>
            <a:r>
              <a:rPr lang="en-US"/>
              <a:t>Click to add title Arial 36pt bold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972F9C-09A7-DBD8-2D67-0D748097DF2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white">
          <a:xfrm>
            <a:off x="1005839" y="4187952"/>
            <a:ext cx="4023360" cy="332399"/>
          </a:xfrm>
        </p:spPr>
        <p:txBody>
          <a:bodyPr>
            <a:spAutoFit/>
          </a:bodyPr>
          <a:lstStyle>
            <a:lvl1pPr marL="0" indent="0" algn="l">
              <a:lnSpc>
                <a:spcPct val="90000"/>
              </a:lnSpc>
              <a:buNone/>
              <a:defRPr sz="2400">
                <a:solidFill>
                  <a:schemeClr val="accent3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add subtitle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68BAD18-89D3-751D-5AD5-9D192969E4B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white">
          <a:xfrm>
            <a:off x="1005840" y="5221923"/>
            <a:ext cx="4023360" cy="187359"/>
          </a:xfrm>
        </p:spPr>
        <p:txBody>
          <a:bodyPr>
            <a:spAutoFit/>
          </a:bodyPr>
          <a:lstStyle>
            <a:lvl1pPr marL="0" indent="0">
              <a:buNone/>
              <a:defRPr sz="1200"/>
            </a:lvl1pPr>
          </a:lstStyle>
          <a:p>
            <a:pPr lvl="0"/>
            <a:r>
              <a:rPr lang="en-US"/>
              <a:t>Click to add date</a:t>
            </a:r>
          </a:p>
        </p:txBody>
      </p:sp>
      <p:pic>
        <p:nvPicPr>
          <p:cNvPr id="5" name="Cognizant Logo_rgb_rev_2023">
            <a:extLst>
              <a:ext uri="{FF2B5EF4-FFF2-40B4-BE49-F238E27FC236}">
                <a16:creationId xmlns:a16="http://schemas.microsoft.com/office/drawing/2014/main" id="{6D31EA89-5C1D-DE6B-0A5E-E426A85A66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7141" y="534665"/>
            <a:ext cx="1783080" cy="312988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04D708-80D4-E81A-396C-38F535D61CAA}"/>
              </a:ext>
            </a:extLst>
          </p:cNvPr>
          <p:cNvSpPr>
            <a:spLocks noGrp="1"/>
          </p:cNvSpPr>
          <p:nvPr>
            <p:ph type="dt" sz="half" idx="14"/>
          </p:nvPr>
        </p:nvSpPr>
        <p:spPr bwMode="white"/>
        <p:txBody>
          <a:bodyPr/>
          <a:lstStyle/>
          <a:p>
            <a:fld id="{5FC6F008-8457-4DA8-93EF-B16963C251C7}" type="datetime1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F602FB-08B6-9224-2ED9-82E1EB902A9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 bwMode="white">
          <a:xfrm>
            <a:off x="1005840" y="6400800"/>
            <a:ext cx="1371600" cy="228600"/>
          </a:xfrm>
        </p:spPr>
        <p:txBody>
          <a:bodyPr/>
          <a:lstStyle/>
          <a:p>
            <a:r>
              <a:rPr lang="en-US"/>
              <a:t>© 2025–2027 Cognizant | Private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C08A7654-3A43-87A9-ABBA-350B88EB467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white"/>
        <p:txBody>
          <a:bodyPr/>
          <a:lstStyle/>
          <a:p>
            <a:fld id="{38826FC0-333C-E549-9FA3-0EE43DF298A3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D0F03245-CDE7-48AA-BD1B-F0D6935521F6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alphaModFix/>
          </a:blip>
          <a:srcRect l="-2" r="-9" b="23"/>
          <a:stretch/>
        </p:blipFill>
        <p:spPr>
          <a:xfrm>
            <a:off x="5221960" y="-2"/>
            <a:ext cx="6970040" cy="6858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40582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ver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BBF4556C-7350-8344-8FD3-376E341E16C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05840" y="2431804"/>
            <a:ext cx="8712200" cy="997196"/>
          </a:xfrm>
        </p:spPr>
        <p:txBody>
          <a:bodyPr anchor="b">
            <a:spAutoFit/>
          </a:bodyPr>
          <a:lstStyle>
            <a:lvl1pPr algn="l">
              <a:defRPr sz="3600" b="1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add extra long presentation </a:t>
            </a:r>
            <a:br>
              <a:rPr lang="en-US"/>
            </a:br>
            <a:r>
              <a:rPr lang="en-US"/>
              <a:t>title Arial 36pt bold</a:t>
            </a:r>
          </a:p>
        </p:txBody>
      </p:sp>
      <p:sp>
        <p:nvSpPr>
          <p:cNvPr id="17" name="Subtitle 2">
            <a:extLst>
              <a:ext uri="{FF2B5EF4-FFF2-40B4-BE49-F238E27FC236}">
                <a16:creationId xmlns:a16="http://schemas.microsoft.com/office/drawing/2014/main" id="{57AC9073-4735-234C-8722-537F8383011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005840" y="3885739"/>
            <a:ext cx="871220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>
              <a:lnSpc>
                <a:spcPct val="90000"/>
              </a:lnSpc>
              <a:buNone/>
              <a:defRPr sz="2000">
                <a:solidFill>
                  <a:schemeClr val="accent3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subtitle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FBEE8D4C-39E3-9745-8EF7-EE363873ECE4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1005840" y="5221922"/>
            <a:ext cx="4023360" cy="187359"/>
          </a:xfrm>
          <a:prstGeom prst="rect">
            <a:avLst/>
          </a:prstGeom>
        </p:spPr>
        <p:txBody>
          <a:bodyPr wrap="none">
            <a:spAutoFit/>
          </a:bodyPr>
          <a:lstStyle>
            <a:lvl1pPr marL="0" indent="0">
              <a:buNone/>
              <a:defRPr sz="1200">
                <a:solidFill>
                  <a:schemeClr val="tx1"/>
                </a:solidFill>
              </a:defRPr>
            </a:lvl1pPr>
            <a:lvl2pPr marL="457200" indent="0">
              <a:buNone/>
              <a:defRPr>
                <a:solidFill>
                  <a:schemeClr val="bg2"/>
                </a:solidFill>
              </a:defRPr>
            </a:lvl2pPr>
            <a:lvl3pPr marL="914400" indent="0">
              <a:buNone/>
              <a:defRPr>
                <a:solidFill>
                  <a:schemeClr val="bg2"/>
                </a:solidFill>
              </a:defRPr>
            </a:lvl3pPr>
            <a:lvl4pPr marL="1371600" indent="0">
              <a:buNone/>
              <a:defRPr>
                <a:solidFill>
                  <a:schemeClr val="bg2"/>
                </a:solidFill>
              </a:defRPr>
            </a:lvl4pPr>
            <a:lvl5pPr marL="1828800" indent="0">
              <a:buNone/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add date</a:t>
            </a:r>
          </a:p>
        </p:txBody>
      </p:sp>
      <p:pic>
        <p:nvPicPr>
          <p:cNvPr id="2" name="Cognizant Logo_rgb_rev_2023">
            <a:extLst>
              <a:ext uri="{FF2B5EF4-FFF2-40B4-BE49-F238E27FC236}">
                <a16:creationId xmlns:a16="http://schemas.microsoft.com/office/drawing/2014/main" id="{A289B6B7-484E-820F-55A6-B545B1D7FE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invGray">
          <a:xfrm>
            <a:off x="376990" y="1095300"/>
            <a:ext cx="2624328" cy="460654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D7D619-D61B-E60B-63C9-B090CABB0105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D6D3470F-3DD5-4855-B256-34C6A47B4CF2}" type="datetime1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F51BFC-5EC2-9CD1-7F12-40FA9671C977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1005840" y="6400800"/>
            <a:ext cx="1371600" cy="228600"/>
          </a:xfrm>
        </p:spPr>
        <p:txBody>
          <a:bodyPr/>
          <a:lstStyle/>
          <a:p>
            <a:r>
              <a:rPr lang="en-US"/>
              <a:t>© 2025–2027 Cognizant | Private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2E8399-6911-0E44-17E5-8C2D8297AA27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38826FC0-333C-E549-9FA3-0EE43DF298A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507674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 - ligh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976F8A-83B2-A500-1463-2D0DF114089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1" y="2930402"/>
            <a:ext cx="4754880" cy="997196"/>
          </a:xfrm>
        </p:spPr>
        <p:txBody>
          <a:bodyPr anchor="ctr"/>
          <a:lstStyle>
            <a:lvl1pPr algn="l">
              <a:defRPr sz="3600"/>
            </a:lvl1pPr>
          </a:lstStyle>
          <a:p>
            <a:r>
              <a:rPr lang="en-US"/>
              <a:t>Click to add agenda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A1FC49-269C-AAA4-005C-C327B0F1BCD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0" y="914400"/>
            <a:ext cx="5635752" cy="5029200"/>
          </a:xfrm>
        </p:spPr>
        <p:txBody>
          <a:bodyPr anchor="ctr">
            <a:noAutofit/>
          </a:bodyPr>
          <a:lstStyle>
            <a:lvl1pPr marL="457200" indent="-457200">
              <a:spcBef>
                <a:spcPts val="900"/>
              </a:spcBef>
              <a:spcAft>
                <a:spcPts val="0"/>
              </a:spcAft>
              <a:buClrTx/>
              <a:buFont typeface="+mj-lt"/>
              <a:buAutoNum type="arabicPeriod"/>
              <a:defRPr sz="2000"/>
            </a:lvl1pPr>
            <a:lvl2pPr marL="731520" indent="-228600">
              <a:spcBef>
                <a:spcPts val="600"/>
              </a:spcBef>
              <a:spcAft>
                <a:spcPts val="0"/>
              </a:spcAft>
              <a:buClrTx/>
              <a:buFont typeface="Arial" panose="020B0604020202020204" pitchFamily="34" charset="0"/>
              <a:buChar char="•"/>
              <a:tabLst/>
              <a:defRPr sz="1600"/>
            </a:lvl2pPr>
            <a:lvl3pPr marL="1005840" indent="-228600">
              <a:spcBef>
                <a:spcPts val="600"/>
              </a:spcBef>
              <a:spcAft>
                <a:spcPts val="0"/>
              </a:spcAft>
              <a:buClrTx/>
              <a:buFont typeface="Arial" panose="020B0604020202020204" pitchFamily="34" charset="0"/>
              <a:buChar char="•"/>
              <a:tabLst/>
              <a:defRPr sz="1400"/>
            </a:lvl3pPr>
            <a:lvl4pPr marL="1051560" indent="-228600">
              <a:spcBef>
                <a:spcPts val="900"/>
              </a:spcBef>
              <a:buFont typeface="+mj-lt"/>
              <a:buAutoNum type="arabicPeriod"/>
              <a:defRPr sz="1400"/>
            </a:lvl4pPr>
            <a:lvl5pPr marL="1325880" indent="-228600">
              <a:spcBef>
                <a:spcPts val="900"/>
              </a:spcBef>
              <a:buFont typeface="+mj-lt"/>
              <a:buAutoNum type="arabicPeriod"/>
              <a:defRPr sz="140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2nd level text</a:t>
            </a:r>
          </a:p>
          <a:p>
            <a:pPr lvl="2"/>
            <a:r>
              <a:rPr lang="en-US"/>
              <a:t>3rd level text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6654D8E-53D7-24EA-BE00-553663804946}"/>
              </a:ext>
            </a:extLst>
          </p:cNvPr>
          <p:cNvCxnSpPr>
            <a:cxnSpLocks/>
          </p:cNvCxnSpPr>
          <p:nvPr/>
        </p:nvCxnSpPr>
        <p:spPr>
          <a:xfrm>
            <a:off x="5654040" y="914400"/>
            <a:ext cx="0" cy="5029200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347B8F-702B-F8D2-3BCF-E1C9AEB86C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E4E1F-546F-4C64-8196-AC920D0F66C3}" type="datetime1">
              <a:rPr lang="en-US" smtClean="0"/>
              <a:t>12/15/2025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D295671-87C9-E086-9979-83CE71CF0F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2025–2027 Cognizant | Private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D3DF2403-9115-12D2-6006-6F820363A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826FC0-333C-E549-9FA3-0EE43DF298A3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6BFA7A6-B1A7-45E7-3AC5-3E0FB62C8ACD}"/>
              </a:ext>
            </a:extLst>
          </p:cNvPr>
          <p:cNvCxnSpPr>
            <a:cxnSpLocks/>
          </p:cNvCxnSpPr>
          <p:nvPr/>
        </p:nvCxnSpPr>
        <p:spPr>
          <a:xfrm>
            <a:off x="5654040" y="914400"/>
            <a:ext cx="0" cy="5029200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990297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Agenda - dark">
    <p:bg bwMode="lt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976F8A-83B2-A500-1463-2D0DF114089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white">
          <a:xfrm>
            <a:off x="457201" y="2930402"/>
            <a:ext cx="4754880" cy="997196"/>
          </a:xfrm>
        </p:spPr>
        <p:txBody>
          <a:bodyPr anchor="ctr"/>
          <a:lstStyle>
            <a:lvl1pPr algn="l">
              <a:defRPr sz="3600"/>
            </a:lvl1pPr>
          </a:lstStyle>
          <a:p>
            <a:r>
              <a:rPr lang="en-US"/>
              <a:t>Click to add agenda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A1FC49-269C-AAA4-005C-C327B0F1BCD0}"/>
              </a:ext>
            </a:extLst>
          </p:cNvPr>
          <p:cNvSpPr>
            <a:spLocks noGrp="1"/>
          </p:cNvSpPr>
          <p:nvPr>
            <p:ph idx="1" hasCustomPrompt="1"/>
          </p:nvPr>
        </p:nvSpPr>
        <p:spPr bwMode="white">
          <a:xfrm>
            <a:off x="6096000" y="914400"/>
            <a:ext cx="5635752" cy="5029200"/>
          </a:xfrm>
        </p:spPr>
        <p:txBody>
          <a:bodyPr anchor="ctr">
            <a:noAutofit/>
          </a:bodyPr>
          <a:lstStyle>
            <a:lvl1pPr marL="457200" indent="-457200">
              <a:spcBef>
                <a:spcPts val="900"/>
              </a:spcBef>
              <a:spcAft>
                <a:spcPts val="0"/>
              </a:spcAft>
              <a:buClrTx/>
              <a:buFont typeface="+mj-lt"/>
              <a:buAutoNum type="arabicPeriod"/>
              <a:defRPr sz="2000"/>
            </a:lvl1pPr>
            <a:lvl2pPr marL="731520" indent="-228600">
              <a:spcBef>
                <a:spcPts val="600"/>
              </a:spcBef>
              <a:spcAft>
                <a:spcPts val="0"/>
              </a:spcAft>
              <a:buClrTx/>
              <a:buFont typeface="Arial" panose="020B0604020202020204" pitchFamily="34" charset="0"/>
              <a:buChar char="•"/>
              <a:tabLst/>
              <a:defRPr sz="1600"/>
            </a:lvl2pPr>
            <a:lvl3pPr marL="1005840" indent="-228600">
              <a:spcBef>
                <a:spcPts val="600"/>
              </a:spcBef>
              <a:spcAft>
                <a:spcPts val="0"/>
              </a:spcAft>
              <a:buClrTx/>
              <a:buFont typeface="Arial" panose="020B0604020202020204" pitchFamily="34" charset="0"/>
              <a:buChar char="•"/>
              <a:tabLst/>
              <a:defRPr sz="1400"/>
            </a:lvl3pPr>
            <a:lvl4pPr marL="1051560" indent="-228600">
              <a:spcBef>
                <a:spcPts val="900"/>
              </a:spcBef>
              <a:buFont typeface="+mj-lt"/>
              <a:buAutoNum type="arabicPeriod"/>
              <a:defRPr sz="1400"/>
            </a:lvl4pPr>
            <a:lvl5pPr marL="1325880" indent="-228600">
              <a:spcBef>
                <a:spcPts val="900"/>
              </a:spcBef>
              <a:buFont typeface="+mj-lt"/>
              <a:buAutoNum type="arabicPeriod"/>
              <a:defRPr sz="1400"/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6654D8E-53D7-24EA-BE00-553663804946}"/>
              </a:ext>
            </a:extLst>
          </p:cNvPr>
          <p:cNvCxnSpPr>
            <a:cxnSpLocks/>
          </p:cNvCxnSpPr>
          <p:nvPr/>
        </p:nvCxnSpPr>
        <p:spPr bwMode="white">
          <a:xfrm>
            <a:off x="5654040" y="914400"/>
            <a:ext cx="0" cy="5029200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3721A195-6B8B-725F-D366-5DEA3DB95C6B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white"/>
        <p:txBody>
          <a:bodyPr/>
          <a:lstStyle/>
          <a:p>
            <a:fld id="{4B88B5F6-B439-42E5-A94F-1F1B1937E546}" type="datetime1">
              <a:rPr lang="en-US" smtClean="0"/>
              <a:t>12/15/2025</a:t>
            </a:fld>
            <a:endParaRPr lang="en-US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0526A62E-F7DF-7CEE-ED9A-0CD867A6E8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white"/>
        <p:txBody>
          <a:bodyPr/>
          <a:lstStyle/>
          <a:p>
            <a:r>
              <a:rPr lang="en-US"/>
              <a:t>© 2025–2027 Cognizant | Private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7A014AE8-178B-A9BA-EAEA-F7363ADD1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white"/>
        <p:txBody>
          <a:bodyPr/>
          <a:lstStyle/>
          <a:p>
            <a:fld id="{38826FC0-333C-E549-9FA3-0EE43DF298A3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2972682-3F2E-080B-6434-DA84A8F99BEB}"/>
              </a:ext>
            </a:extLst>
          </p:cNvPr>
          <p:cNvCxnSpPr>
            <a:cxnSpLocks/>
          </p:cNvCxnSpPr>
          <p:nvPr/>
        </p:nvCxnSpPr>
        <p:spPr bwMode="white">
          <a:xfrm>
            <a:off x="5654040" y="914400"/>
            <a:ext cx="0" cy="5029200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Cognizant Logo_rgb_rev_2023" descr="Cognizant logo reversed, SVG format">
            <a:extLst>
              <a:ext uri="{FF2B5EF4-FFF2-40B4-BE49-F238E27FC236}">
                <a16:creationId xmlns:a16="http://schemas.microsoft.com/office/drawing/2014/main" id="{EC1DBD74-512D-7084-97CF-8AB4F27F93C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6" r="66"/>
          <a:stretch/>
        </p:blipFill>
        <p:spPr bwMode="ltGray">
          <a:xfrm>
            <a:off x="10591729" y="6454070"/>
            <a:ext cx="1170432" cy="205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95170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losing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00EC9DA8-4888-CD46-8867-018922635C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902199" y="-16933"/>
            <a:ext cx="7307799" cy="687493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45B5F9-B0CC-474A-9C3C-A26A32768AF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05840" y="2563670"/>
            <a:ext cx="6969760" cy="1477328"/>
          </a:xfrm>
        </p:spPr>
        <p:txBody>
          <a:bodyPr wrap="square" anchor="b" anchorCtr="0">
            <a:spAutoFit/>
          </a:bodyPr>
          <a:lstStyle>
            <a:lvl1pPr algn="l">
              <a:lnSpc>
                <a:spcPct val="80000"/>
              </a:lnSpc>
              <a:defRPr sz="60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add thank you Arial 60pt bold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C7BDEB1A-BAD0-BF40-B60C-ADBD2840920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05839" y="4187952"/>
            <a:ext cx="6969759" cy="738664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buNone/>
              <a:defRPr sz="2400"/>
            </a:lvl1pPr>
          </a:lstStyle>
          <a:p>
            <a:r>
              <a:rPr lang="en-US"/>
              <a:t>Presenter’s name will go here</a:t>
            </a:r>
            <a:br>
              <a:rPr lang="en-US"/>
            </a:br>
            <a:r>
              <a:rPr lang="en-US"/>
              <a:t>Contact information will go here</a:t>
            </a:r>
          </a:p>
        </p:txBody>
      </p:sp>
      <p:pic>
        <p:nvPicPr>
          <p:cNvPr id="4" name="Cognizant Logo_rgb_pos_2023">
            <a:extLst>
              <a:ext uri="{FF2B5EF4-FFF2-40B4-BE49-F238E27FC236}">
                <a16:creationId xmlns:a16="http://schemas.microsoft.com/office/drawing/2014/main" id="{933CBE7C-62A0-B842-444A-9CB149FE479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7141" y="536757"/>
            <a:ext cx="1771158" cy="310896"/>
          </a:xfrm>
          <a:prstGeom prst="rect">
            <a:avLst/>
          </a:prstGeom>
        </p:spPr>
      </p:pic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63AB218E-6446-9119-F020-EA0226D5EA00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AB526960-B8FE-49D8-9F25-976E313ECD62}" type="datetime1">
              <a:rPr lang="en-US" smtClean="0"/>
              <a:t>12/15/2025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6A69099E-58E8-F0C3-D6AC-8BF8CA47CAA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1005840" y="6400800"/>
            <a:ext cx="1371600" cy="228600"/>
          </a:xfrm>
        </p:spPr>
        <p:txBody>
          <a:bodyPr/>
          <a:lstStyle/>
          <a:p>
            <a:r>
              <a:rPr lang="en-US"/>
              <a:t>© 2025–2027 Cognizant | Private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007F51C3-FF3D-0A66-9CCC-77DE445C7F3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38826FC0-333C-E549-9FA3-0EE43DF298A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240950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24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VIDERS">
    <p:bg>
      <p:bgPr>
        <a:solidFill>
          <a:schemeClr val="accent6">
            <a:lumMod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E16FD177-B563-EFF3-1BBA-DFAD35B66ED2}"/>
              </a:ext>
            </a:extLst>
          </p:cNvPr>
          <p:cNvSpPr txBox="1"/>
          <p:nvPr/>
        </p:nvSpPr>
        <p:spPr>
          <a:xfrm>
            <a:off x="1068183" y="2407183"/>
            <a:ext cx="10055638" cy="2043636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6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rPr>
              <a:t>DIVIDERS</a:t>
            </a:r>
            <a:endParaRPr kumimoji="0" lang="en-US" sz="7200" b="0" i="1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85606168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1 - gradient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BD76384-5270-C4A7-D992-81F8ADBA55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188952" cy="686343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B5A9C86-86C3-D910-D3B0-5EAA1DBF914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white">
          <a:xfrm>
            <a:off x="1005840" y="1943100"/>
            <a:ext cx="7143750" cy="997196"/>
          </a:xfrm>
        </p:spPr>
        <p:txBody>
          <a:bodyPr anchor="ctr"/>
          <a:lstStyle>
            <a:lvl1pPr>
              <a:defRPr sz="3600"/>
            </a:lvl1pPr>
          </a:lstStyle>
          <a:p>
            <a:r>
              <a:rPr lang="en-US"/>
              <a:t>Click to add divider title, copy can go here on one or two lines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2C5AC1-91CD-51D8-0165-CFACC2E285DF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white"/>
        <p:txBody>
          <a:bodyPr/>
          <a:lstStyle/>
          <a:p>
            <a:fld id="{0CC3311C-D4A9-487E-BF5F-1D09CDBE18D3}" type="datetime1">
              <a:rPr lang="en-US" smtClean="0"/>
              <a:t>12/15/2025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5FC28B1-54EB-A2F5-F426-DACD81E67F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white">
          <a:xfrm>
            <a:off x="1005840" y="6400800"/>
            <a:ext cx="1371600" cy="228600"/>
          </a:xfrm>
        </p:spPr>
        <p:txBody>
          <a:bodyPr/>
          <a:lstStyle/>
          <a:p>
            <a:r>
              <a:rPr lang="en-US"/>
              <a:t>© 2025–2027 Cognizant | Private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CD66ACF-9B2A-AD09-9479-57ECBF3500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white"/>
        <p:txBody>
          <a:bodyPr/>
          <a:lstStyle/>
          <a:p>
            <a:fld id="{38826FC0-333C-E549-9FA3-0EE43DF298A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44730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1 - gradient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EED6A89-35BA-3F8A-D8BB-D4E661AF1A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188952" cy="686343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B5A9C86-86C3-D910-D3B0-5EAA1DBF914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white">
          <a:xfrm>
            <a:off x="1005840" y="1943100"/>
            <a:ext cx="7143750" cy="997196"/>
          </a:xfrm>
        </p:spPr>
        <p:txBody>
          <a:bodyPr anchor="ctr"/>
          <a:lstStyle>
            <a:lvl1pPr>
              <a:defRPr sz="3600"/>
            </a:lvl1pPr>
          </a:lstStyle>
          <a:p>
            <a:r>
              <a:rPr lang="en-US"/>
              <a:t>Click to add divider title, copy can go here on one or two lines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2C5AC1-91CD-51D8-0165-CFACC2E285DF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white"/>
        <p:txBody>
          <a:bodyPr/>
          <a:lstStyle/>
          <a:p>
            <a:fld id="{A22D9F30-0387-4D8A-8B3D-ED440FC2115E}" type="datetime1">
              <a:rPr lang="en-US" smtClean="0"/>
              <a:t>12/15/2025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5FC28B1-54EB-A2F5-F426-DACD81E67F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white">
          <a:xfrm>
            <a:off x="1005840" y="6400800"/>
            <a:ext cx="1371600" cy="228600"/>
          </a:xfrm>
        </p:spPr>
        <p:txBody>
          <a:bodyPr/>
          <a:lstStyle/>
          <a:p>
            <a:r>
              <a:rPr lang="en-US"/>
              <a:t>© 2025–2027 Cognizant | Private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CD66ACF-9B2A-AD09-9479-57ECBF3500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white"/>
        <p:txBody>
          <a:bodyPr/>
          <a:lstStyle/>
          <a:p>
            <a:fld id="{38826FC0-333C-E549-9FA3-0EE43DF298A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291362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1 - gradient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230394C-5C91-9DEE-E78B-8B2737F22E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188952" cy="686343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B5A9C86-86C3-D910-D3B0-5EAA1DBF914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white">
          <a:xfrm>
            <a:off x="1005840" y="1943100"/>
            <a:ext cx="7143750" cy="997196"/>
          </a:xfrm>
        </p:spPr>
        <p:txBody>
          <a:bodyPr anchor="ctr"/>
          <a:lstStyle>
            <a:lvl1pPr>
              <a:defRPr sz="3600"/>
            </a:lvl1pPr>
          </a:lstStyle>
          <a:p>
            <a:r>
              <a:rPr lang="en-US"/>
              <a:t>Click to add divider title, copy can go here on one or two lines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2C5AC1-91CD-51D8-0165-CFACC2E285DF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white"/>
        <p:txBody>
          <a:bodyPr/>
          <a:lstStyle/>
          <a:p>
            <a:fld id="{7597FB8B-876A-437A-816C-769784030994}" type="datetime1">
              <a:rPr lang="en-US" smtClean="0"/>
              <a:t>12/15/2025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5FC28B1-54EB-A2F5-F426-DACD81E67F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white">
          <a:xfrm>
            <a:off x="1005840" y="6400800"/>
            <a:ext cx="1371600" cy="228600"/>
          </a:xfrm>
        </p:spPr>
        <p:txBody>
          <a:bodyPr/>
          <a:lstStyle/>
          <a:p>
            <a:r>
              <a:rPr lang="en-US"/>
              <a:t>© 2025–2027 Cognizant | Private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CD66ACF-9B2A-AD09-9479-57ECBF3500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white"/>
        <p:txBody>
          <a:bodyPr/>
          <a:lstStyle/>
          <a:p>
            <a:fld id="{38826FC0-333C-E549-9FA3-0EE43DF298A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770044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2 - gradient 1">
    <p:bg bwMode="ltGray"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CC64370F-606D-5F7F-46E9-0C08C708F360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0" y="-1"/>
            <a:ext cx="12188952" cy="6857999"/>
          </a:xfrm>
          <a:custGeom>
            <a:avLst/>
            <a:gdLst>
              <a:gd name="connsiteX0" fmla="*/ 0 w 12188952"/>
              <a:gd name="connsiteY0" fmla="*/ 0 h 6857999"/>
              <a:gd name="connsiteX1" fmla="*/ 8540183 w 12188952"/>
              <a:gd name="connsiteY1" fmla="*/ 0 h 6857999"/>
              <a:gd name="connsiteX2" fmla="*/ 12188952 w 12188952"/>
              <a:gd name="connsiteY2" fmla="*/ 2025675 h 6857999"/>
              <a:gd name="connsiteX3" fmla="*/ 12188952 w 12188952"/>
              <a:gd name="connsiteY3" fmla="*/ 2029008 h 6857999"/>
              <a:gd name="connsiteX4" fmla="*/ 3779523 w 12188952"/>
              <a:gd name="connsiteY4" fmla="*/ 6857999 h 6857999"/>
              <a:gd name="connsiteX5" fmla="*/ 0 w 12188952"/>
              <a:gd name="connsiteY5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88952" h="6857999">
                <a:moveTo>
                  <a:pt x="0" y="0"/>
                </a:moveTo>
                <a:lnTo>
                  <a:pt x="8540183" y="0"/>
                </a:lnTo>
                <a:lnTo>
                  <a:pt x="12188952" y="2025675"/>
                </a:lnTo>
                <a:lnTo>
                  <a:pt x="12188952" y="2029008"/>
                </a:lnTo>
                <a:lnTo>
                  <a:pt x="3779523" y="6857999"/>
                </a:lnTo>
                <a:lnTo>
                  <a:pt x="0" y="6857999"/>
                </a:lnTo>
                <a:close/>
              </a:path>
            </a:pathLst>
          </a:custGeom>
          <a:solidFill>
            <a:srgbClr val="ECECEB"/>
          </a:solidFill>
        </p:spPr>
        <p:txBody>
          <a:bodyPr wrap="square" rIns="0" bIns="914400" anchor="ctr">
            <a:no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icon, drag, or paste to add picture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2C5AC1-91CD-51D8-0165-CFACC2E285DF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white"/>
        <p:txBody>
          <a:bodyPr/>
          <a:lstStyle/>
          <a:p>
            <a:fld id="{88A144CD-4603-4359-B265-CD2E5B883DC9}" type="datetime1">
              <a:rPr lang="en-US" smtClean="0"/>
              <a:t>12/15/2025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5FC28B1-54EB-A2F5-F426-DACD81E67F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white">
          <a:xfrm>
            <a:off x="1005840" y="6400800"/>
            <a:ext cx="1371600" cy="228600"/>
          </a:xfrm>
        </p:spPr>
        <p:txBody>
          <a:bodyPr/>
          <a:lstStyle/>
          <a:p>
            <a:r>
              <a:rPr lang="en-US"/>
              <a:t>© 2025–2027 Cognizant | Private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CD66ACF-9B2A-AD09-9479-57ECBF3500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white"/>
        <p:txBody>
          <a:bodyPr/>
          <a:lstStyle/>
          <a:p>
            <a:fld id="{38826FC0-333C-E549-9FA3-0EE43DF298A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69E4B4AD-C523-76D6-5AD9-AFCAA5B2EB62}"/>
              </a:ext>
            </a:extLst>
          </p:cNvPr>
          <p:cNvSpPr/>
          <p:nvPr userDrawn="1"/>
        </p:nvSpPr>
        <p:spPr>
          <a:xfrm rot="16200000">
            <a:off x="12208180" y="2015939"/>
            <a:ext cx="11205" cy="11205"/>
          </a:xfrm>
          <a:custGeom>
            <a:avLst/>
            <a:gdLst>
              <a:gd name="connsiteX0" fmla="*/ 0 w 11205"/>
              <a:gd name="connsiteY0" fmla="*/ 0 h 11205"/>
              <a:gd name="connsiteX1" fmla="*/ 0 w 11205"/>
              <a:gd name="connsiteY1" fmla="*/ 0 h 11205"/>
              <a:gd name="connsiteX2" fmla="*/ 0 w 11205"/>
              <a:gd name="connsiteY2" fmla="*/ 0 h 112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205" h="11205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noFill/>
          <a:ln w="1120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400FEF8-3A34-CD8C-A6FB-CE13CAA3B7D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6200000">
            <a:off x="4555191" y="-778808"/>
            <a:ext cx="6858000" cy="841561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B5A9C86-86C3-D910-D3B0-5EAA1DBF914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white">
          <a:xfrm>
            <a:off x="822960" y="1053405"/>
            <a:ext cx="7152640" cy="1107996"/>
          </a:xfrm>
        </p:spPr>
        <p:txBody>
          <a:bodyPr wrap="square" anchor="ctr">
            <a:spAutoFit/>
          </a:bodyPr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add</a:t>
            </a:r>
            <a:br>
              <a:rPr lang="en-US"/>
            </a:br>
            <a:r>
              <a:rPr lang="en-US"/>
              <a:t>divider title</a:t>
            </a:r>
          </a:p>
        </p:txBody>
      </p:sp>
      <p:pic>
        <p:nvPicPr>
          <p:cNvPr id="6" name="Cognizant Logo_rgb_rev_2023" descr="Cognizant logo reversed, SVG format">
            <a:extLst>
              <a:ext uri="{FF2B5EF4-FFF2-40B4-BE49-F238E27FC236}">
                <a16:creationId xmlns:a16="http://schemas.microsoft.com/office/drawing/2014/main" id="{82FF47A8-7CF0-F27D-023E-57FE9B71381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66" r="66"/>
          <a:stretch/>
        </p:blipFill>
        <p:spPr bwMode="ltGray">
          <a:xfrm>
            <a:off x="10591729" y="6454070"/>
            <a:ext cx="1170432" cy="205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576489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2 - gradient 2">
    <p:bg bwMode="ltGray"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CC64370F-606D-5F7F-46E9-0C08C708F360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0" y="-1"/>
            <a:ext cx="12188952" cy="6857999"/>
          </a:xfrm>
          <a:custGeom>
            <a:avLst/>
            <a:gdLst>
              <a:gd name="connsiteX0" fmla="*/ 0 w 12188952"/>
              <a:gd name="connsiteY0" fmla="*/ 0 h 6857999"/>
              <a:gd name="connsiteX1" fmla="*/ 8540183 w 12188952"/>
              <a:gd name="connsiteY1" fmla="*/ 0 h 6857999"/>
              <a:gd name="connsiteX2" fmla="*/ 12188952 w 12188952"/>
              <a:gd name="connsiteY2" fmla="*/ 2025675 h 6857999"/>
              <a:gd name="connsiteX3" fmla="*/ 12188952 w 12188952"/>
              <a:gd name="connsiteY3" fmla="*/ 2029008 h 6857999"/>
              <a:gd name="connsiteX4" fmla="*/ 3779523 w 12188952"/>
              <a:gd name="connsiteY4" fmla="*/ 6857999 h 6857999"/>
              <a:gd name="connsiteX5" fmla="*/ 0 w 12188952"/>
              <a:gd name="connsiteY5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88952" h="6857999">
                <a:moveTo>
                  <a:pt x="0" y="0"/>
                </a:moveTo>
                <a:lnTo>
                  <a:pt x="8540183" y="0"/>
                </a:lnTo>
                <a:lnTo>
                  <a:pt x="12188952" y="2025675"/>
                </a:lnTo>
                <a:lnTo>
                  <a:pt x="12188952" y="2029008"/>
                </a:lnTo>
                <a:lnTo>
                  <a:pt x="3779523" y="6857999"/>
                </a:lnTo>
                <a:lnTo>
                  <a:pt x="0" y="6857999"/>
                </a:lnTo>
                <a:close/>
              </a:path>
            </a:pathLst>
          </a:custGeom>
          <a:solidFill>
            <a:srgbClr val="ECECEB"/>
          </a:solidFill>
        </p:spPr>
        <p:txBody>
          <a:bodyPr wrap="square" rIns="0" bIns="914400" anchor="ctr">
            <a:no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icon, drag, or paste to add picture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2C5AC1-91CD-51D8-0165-CFACC2E285DF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white"/>
        <p:txBody>
          <a:bodyPr/>
          <a:lstStyle/>
          <a:p>
            <a:fld id="{52DF7A80-65A4-49B4-B3B9-E89DC7FFFEC2}" type="datetime1">
              <a:rPr lang="en-US" smtClean="0"/>
              <a:t>12/15/2025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5FC28B1-54EB-A2F5-F426-DACD81E67F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white">
          <a:xfrm>
            <a:off x="1005840" y="6400800"/>
            <a:ext cx="1371600" cy="228600"/>
          </a:xfrm>
        </p:spPr>
        <p:txBody>
          <a:bodyPr/>
          <a:lstStyle/>
          <a:p>
            <a:r>
              <a:rPr lang="en-US"/>
              <a:t>© 2025–2027 Cognizant | Private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CD66ACF-9B2A-AD09-9479-57ECBF3500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white"/>
        <p:txBody>
          <a:bodyPr/>
          <a:lstStyle/>
          <a:p>
            <a:fld id="{38826FC0-333C-E549-9FA3-0EE43DF298A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69E4B4AD-C523-76D6-5AD9-AFCAA5B2EB62}"/>
              </a:ext>
            </a:extLst>
          </p:cNvPr>
          <p:cNvSpPr/>
          <p:nvPr userDrawn="1"/>
        </p:nvSpPr>
        <p:spPr>
          <a:xfrm rot="16200000">
            <a:off x="12208180" y="2015939"/>
            <a:ext cx="11205" cy="11205"/>
          </a:xfrm>
          <a:custGeom>
            <a:avLst/>
            <a:gdLst>
              <a:gd name="connsiteX0" fmla="*/ 0 w 11205"/>
              <a:gd name="connsiteY0" fmla="*/ 0 h 11205"/>
              <a:gd name="connsiteX1" fmla="*/ 0 w 11205"/>
              <a:gd name="connsiteY1" fmla="*/ 0 h 11205"/>
              <a:gd name="connsiteX2" fmla="*/ 0 w 11205"/>
              <a:gd name="connsiteY2" fmla="*/ 0 h 112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205" h="11205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noFill/>
          <a:ln w="1120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7B5A0F4-9AAB-4DDF-CF55-9A7C1A97CF2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6200000">
            <a:off x="4555190" y="-778808"/>
            <a:ext cx="6858000" cy="841561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B5A9C86-86C3-D910-D3B0-5EAA1DBF914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white">
          <a:xfrm>
            <a:off x="822960" y="1053405"/>
            <a:ext cx="7152640" cy="1107996"/>
          </a:xfrm>
        </p:spPr>
        <p:txBody>
          <a:bodyPr wrap="square" anchor="ctr">
            <a:spAutoFit/>
          </a:bodyPr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add</a:t>
            </a:r>
            <a:br>
              <a:rPr lang="en-US"/>
            </a:br>
            <a:r>
              <a:rPr lang="en-US"/>
              <a:t>divider title</a:t>
            </a:r>
          </a:p>
        </p:txBody>
      </p:sp>
      <p:pic>
        <p:nvPicPr>
          <p:cNvPr id="3" name="Cognizant Logo_rgb_rev_2023" descr="Cognizant logo reversed, SVG format">
            <a:extLst>
              <a:ext uri="{FF2B5EF4-FFF2-40B4-BE49-F238E27FC236}">
                <a16:creationId xmlns:a16="http://schemas.microsoft.com/office/drawing/2014/main" id="{10928C0D-93E9-B015-DAA2-F15DE1B8AA5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66" r="66"/>
          <a:stretch/>
        </p:blipFill>
        <p:spPr bwMode="ltGray">
          <a:xfrm>
            <a:off x="10591729" y="6454070"/>
            <a:ext cx="1170432" cy="205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16429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2 - gradient 3">
    <p:bg bwMode="ltGray"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CC64370F-606D-5F7F-46E9-0C08C708F360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0" y="-1"/>
            <a:ext cx="12188952" cy="6857999"/>
          </a:xfrm>
          <a:custGeom>
            <a:avLst/>
            <a:gdLst>
              <a:gd name="connsiteX0" fmla="*/ 0 w 12188952"/>
              <a:gd name="connsiteY0" fmla="*/ 0 h 6857999"/>
              <a:gd name="connsiteX1" fmla="*/ 8540183 w 12188952"/>
              <a:gd name="connsiteY1" fmla="*/ 0 h 6857999"/>
              <a:gd name="connsiteX2" fmla="*/ 12188952 w 12188952"/>
              <a:gd name="connsiteY2" fmla="*/ 2025675 h 6857999"/>
              <a:gd name="connsiteX3" fmla="*/ 12188952 w 12188952"/>
              <a:gd name="connsiteY3" fmla="*/ 2029008 h 6857999"/>
              <a:gd name="connsiteX4" fmla="*/ 3779523 w 12188952"/>
              <a:gd name="connsiteY4" fmla="*/ 6857999 h 6857999"/>
              <a:gd name="connsiteX5" fmla="*/ 0 w 12188952"/>
              <a:gd name="connsiteY5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88952" h="6857999">
                <a:moveTo>
                  <a:pt x="0" y="0"/>
                </a:moveTo>
                <a:lnTo>
                  <a:pt x="8540183" y="0"/>
                </a:lnTo>
                <a:lnTo>
                  <a:pt x="12188952" y="2025675"/>
                </a:lnTo>
                <a:lnTo>
                  <a:pt x="12188952" y="2029008"/>
                </a:lnTo>
                <a:lnTo>
                  <a:pt x="3779523" y="6857999"/>
                </a:lnTo>
                <a:lnTo>
                  <a:pt x="0" y="6857999"/>
                </a:lnTo>
                <a:close/>
              </a:path>
            </a:pathLst>
          </a:custGeom>
          <a:solidFill>
            <a:srgbClr val="ECECEB"/>
          </a:solidFill>
        </p:spPr>
        <p:txBody>
          <a:bodyPr wrap="square" rIns="0" bIns="914400" anchor="ctr">
            <a:no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icon, drag, or paste to add picture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7CFA061-257C-B680-CB8A-410FE77C6A8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6200000">
            <a:off x="4555190" y="-778808"/>
            <a:ext cx="6858000" cy="841561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B5A9C86-86C3-D910-D3B0-5EAA1DBF914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white">
          <a:xfrm>
            <a:off x="822960" y="1053405"/>
            <a:ext cx="7152640" cy="1107996"/>
          </a:xfrm>
        </p:spPr>
        <p:txBody>
          <a:bodyPr wrap="square" anchor="ctr">
            <a:spAutoFit/>
          </a:bodyPr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add </a:t>
            </a:r>
            <a:br>
              <a:rPr lang="en-US"/>
            </a:br>
            <a:r>
              <a:rPr lang="en-US"/>
              <a:t>divider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2C5AC1-91CD-51D8-0165-CFACC2E285DF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white"/>
        <p:txBody>
          <a:bodyPr/>
          <a:lstStyle/>
          <a:p>
            <a:fld id="{B69C7EAF-5E1F-4679-9D33-5C092DAA9C09}" type="datetime1">
              <a:rPr lang="en-US" smtClean="0"/>
              <a:t>12/15/2025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5FC28B1-54EB-A2F5-F426-DACD81E67F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white">
          <a:xfrm>
            <a:off x="1005840" y="6400800"/>
            <a:ext cx="1371600" cy="228600"/>
          </a:xfrm>
        </p:spPr>
        <p:txBody>
          <a:bodyPr/>
          <a:lstStyle/>
          <a:p>
            <a:r>
              <a:rPr lang="en-US"/>
              <a:t>© 2025–2027 Cognizant | Private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CD66ACF-9B2A-AD09-9479-57ECBF3500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white"/>
        <p:txBody>
          <a:bodyPr/>
          <a:lstStyle/>
          <a:p>
            <a:fld id="{38826FC0-333C-E549-9FA3-0EE43DF298A3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3" name="Cognizant Logo_rgb_rev_2023" descr="Cognizant logo reversed, SVG format">
            <a:extLst>
              <a:ext uri="{FF2B5EF4-FFF2-40B4-BE49-F238E27FC236}">
                <a16:creationId xmlns:a16="http://schemas.microsoft.com/office/drawing/2014/main" id="{9CDEB77C-83A9-471E-0DD7-632772E158A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66" r="66"/>
          <a:stretch/>
        </p:blipFill>
        <p:spPr bwMode="ltGray">
          <a:xfrm>
            <a:off x="10591729" y="6454070"/>
            <a:ext cx="1170432" cy="205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483751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3 - gradient 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5">
            <a:extLst>
              <a:ext uri="{FF2B5EF4-FFF2-40B4-BE49-F238E27FC236}">
                <a16:creationId xmlns:a16="http://schemas.microsoft.com/office/drawing/2014/main" id="{6DF08015-38F6-54F7-EFDB-1C1EAF004ABF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2247884" y="-1"/>
            <a:ext cx="9944116" cy="6858001"/>
          </a:xfrm>
          <a:custGeom>
            <a:avLst/>
            <a:gdLst>
              <a:gd name="connsiteX0" fmla="*/ 2591889 w 9944116"/>
              <a:gd name="connsiteY0" fmla="*/ 0 h 6858001"/>
              <a:gd name="connsiteX1" fmla="*/ 8153432 w 9944116"/>
              <a:gd name="connsiteY1" fmla="*/ 0 h 6858001"/>
              <a:gd name="connsiteX2" fmla="*/ 9924238 w 9944116"/>
              <a:gd name="connsiteY2" fmla="*/ 0 h 6858001"/>
              <a:gd name="connsiteX3" fmla="*/ 9944116 w 9944116"/>
              <a:gd name="connsiteY3" fmla="*/ 0 h 6858001"/>
              <a:gd name="connsiteX4" fmla="*/ 9944116 w 9944116"/>
              <a:gd name="connsiteY4" fmla="*/ 6858001 h 6858001"/>
              <a:gd name="connsiteX5" fmla="*/ 8153432 w 9944116"/>
              <a:gd name="connsiteY5" fmla="*/ 6858001 h 6858001"/>
              <a:gd name="connsiteX6" fmla="*/ 8153432 w 9944116"/>
              <a:gd name="connsiteY6" fmla="*/ 6857999 h 6858001"/>
              <a:gd name="connsiteX7" fmla="*/ 0 w 9944116"/>
              <a:gd name="connsiteY7" fmla="*/ 6857999 h 6858001"/>
              <a:gd name="connsiteX8" fmla="*/ 4419925 w 9944116"/>
              <a:gd name="connsiteY8" fmla="*/ 2027258 h 6858001"/>
              <a:gd name="connsiteX9" fmla="*/ 4419787 w 9944116"/>
              <a:gd name="connsiteY9" fmla="*/ 2027338 h 6858001"/>
              <a:gd name="connsiteX0" fmla="*/ 2591889 w 9944116"/>
              <a:gd name="connsiteY0" fmla="*/ 0 h 6858001"/>
              <a:gd name="connsiteX1" fmla="*/ 8153432 w 9944116"/>
              <a:gd name="connsiteY1" fmla="*/ 0 h 6858001"/>
              <a:gd name="connsiteX2" fmla="*/ 9924238 w 9944116"/>
              <a:gd name="connsiteY2" fmla="*/ 0 h 6858001"/>
              <a:gd name="connsiteX3" fmla="*/ 9944116 w 9944116"/>
              <a:gd name="connsiteY3" fmla="*/ 0 h 6858001"/>
              <a:gd name="connsiteX4" fmla="*/ 9944116 w 9944116"/>
              <a:gd name="connsiteY4" fmla="*/ 6858001 h 6858001"/>
              <a:gd name="connsiteX5" fmla="*/ 8153432 w 9944116"/>
              <a:gd name="connsiteY5" fmla="*/ 6858001 h 6858001"/>
              <a:gd name="connsiteX6" fmla="*/ 8153432 w 9944116"/>
              <a:gd name="connsiteY6" fmla="*/ 6857999 h 6858001"/>
              <a:gd name="connsiteX7" fmla="*/ 0 w 9944116"/>
              <a:gd name="connsiteY7" fmla="*/ 6857999 h 6858001"/>
              <a:gd name="connsiteX8" fmla="*/ 4419925 w 9944116"/>
              <a:gd name="connsiteY8" fmla="*/ 2027258 h 6858001"/>
              <a:gd name="connsiteX9" fmla="*/ 4597587 w 9944116"/>
              <a:gd name="connsiteY9" fmla="*/ 2198788 h 6858001"/>
              <a:gd name="connsiteX10" fmla="*/ 2591889 w 9944116"/>
              <a:gd name="connsiteY10" fmla="*/ 0 h 6858001"/>
              <a:gd name="connsiteX0" fmla="*/ 2591889 w 9944116"/>
              <a:gd name="connsiteY0" fmla="*/ 0 h 6858001"/>
              <a:gd name="connsiteX1" fmla="*/ 8153432 w 9944116"/>
              <a:gd name="connsiteY1" fmla="*/ 0 h 6858001"/>
              <a:gd name="connsiteX2" fmla="*/ 9924238 w 9944116"/>
              <a:gd name="connsiteY2" fmla="*/ 0 h 6858001"/>
              <a:gd name="connsiteX3" fmla="*/ 9944116 w 9944116"/>
              <a:gd name="connsiteY3" fmla="*/ 0 h 6858001"/>
              <a:gd name="connsiteX4" fmla="*/ 9944116 w 9944116"/>
              <a:gd name="connsiteY4" fmla="*/ 6858001 h 6858001"/>
              <a:gd name="connsiteX5" fmla="*/ 8153432 w 9944116"/>
              <a:gd name="connsiteY5" fmla="*/ 6858001 h 6858001"/>
              <a:gd name="connsiteX6" fmla="*/ 8153432 w 9944116"/>
              <a:gd name="connsiteY6" fmla="*/ 6857999 h 6858001"/>
              <a:gd name="connsiteX7" fmla="*/ 0 w 9944116"/>
              <a:gd name="connsiteY7" fmla="*/ 6857999 h 6858001"/>
              <a:gd name="connsiteX8" fmla="*/ 4419925 w 9944116"/>
              <a:gd name="connsiteY8" fmla="*/ 2027258 h 6858001"/>
              <a:gd name="connsiteX9" fmla="*/ 2591889 w 9944116"/>
              <a:gd name="connsiteY9" fmla="*/ 0 h 6858001"/>
              <a:gd name="connsiteX0" fmla="*/ 2591889 w 9944116"/>
              <a:gd name="connsiteY0" fmla="*/ 0 h 6858001"/>
              <a:gd name="connsiteX1" fmla="*/ 8153432 w 9944116"/>
              <a:gd name="connsiteY1" fmla="*/ 0 h 6858001"/>
              <a:gd name="connsiteX2" fmla="*/ 9924238 w 9944116"/>
              <a:gd name="connsiteY2" fmla="*/ 0 h 6858001"/>
              <a:gd name="connsiteX3" fmla="*/ 9944116 w 9944116"/>
              <a:gd name="connsiteY3" fmla="*/ 0 h 6858001"/>
              <a:gd name="connsiteX4" fmla="*/ 9944116 w 9944116"/>
              <a:gd name="connsiteY4" fmla="*/ 6858001 h 6858001"/>
              <a:gd name="connsiteX5" fmla="*/ 8153432 w 9944116"/>
              <a:gd name="connsiteY5" fmla="*/ 6858001 h 6858001"/>
              <a:gd name="connsiteX6" fmla="*/ 8153432 w 9944116"/>
              <a:gd name="connsiteY6" fmla="*/ 6857999 h 6858001"/>
              <a:gd name="connsiteX7" fmla="*/ 0 w 9944116"/>
              <a:gd name="connsiteY7" fmla="*/ 6857999 h 6858001"/>
              <a:gd name="connsiteX8" fmla="*/ 4438975 w 9944116"/>
              <a:gd name="connsiteY8" fmla="*/ 2027258 h 6858001"/>
              <a:gd name="connsiteX9" fmla="*/ 2591889 w 9944116"/>
              <a:gd name="connsiteY9" fmla="*/ 0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44116" h="6858001">
                <a:moveTo>
                  <a:pt x="2591889" y="0"/>
                </a:moveTo>
                <a:lnTo>
                  <a:pt x="8153432" y="0"/>
                </a:lnTo>
                <a:lnTo>
                  <a:pt x="9924238" y="0"/>
                </a:lnTo>
                <a:lnTo>
                  <a:pt x="9944116" y="0"/>
                </a:lnTo>
                <a:lnTo>
                  <a:pt x="9944116" y="6858001"/>
                </a:lnTo>
                <a:lnTo>
                  <a:pt x="8153432" y="6858001"/>
                </a:lnTo>
                <a:lnTo>
                  <a:pt x="8153432" y="6857999"/>
                </a:lnTo>
                <a:lnTo>
                  <a:pt x="0" y="6857999"/>
                </a:lnTo>
                <a:lnTo>
                  <a:pt x="4438975" y="2027258"/>
                </a:lnTo>
                <a:lnTo>
                  <a:pt x="2591889" y="0"/>
                </a:lnTo>
                <a:close/>
              </a:path>
            </a:pathLst>
          </a:custGeom>
          <a:solidFill>
            <a:srgbClr val="ECECEB"/>
          </a:solidFill>
        </p:spPr>
        <p:txBody>
          <a:bodyPr wrap="square" lIns="457200" rIns="0" bIns="914400" anchor="ctr">
            <a:no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icon, drag, or paste to add picture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43E2038-CC00-155F-8A24-AE9D3A85692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20568"/>
          <a:stretch/>
        </p:blipFill>
        <p:spPr>
          <a:xfrm rot="16200000">
            <a:off x="-86681" y="86681"/>
            <a:ext cx="6858000" cy="668463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B5A9C86-86C3-D910-D3B0-5EAA1DBF914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57200" y="1445273"/>
            <a:ext cx="4770783" cy="1107996"/>
          </a:xfrm>
        </p:spPr>
        <p:txBody>
          <a:bodyPr wrap="square" anchor="ctr">
            <a:spAutoFit/>
          </a:bodyPr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add </a:t>
            </a:r>
            <a:br>
              <a:rPr lang="en-US"/>
            </a:br>
            <a:r>
              <a:rPr lang="en-US"/>
              <a:t>divider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2C5AC1-91CD-51D8-0165-CFACC2E285DF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white"/>
        <p:txBody>
          <a:bodyPr/>
          <a:lstStyle/>
          <a:p>
            <a:fld id="{43B91629-5646-433A-981D-7669DCAF5A4F}" type="datetime1">
              <a:rPr lang="en-US" smtClean="0"/>
              <a:t>12/15/2025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5FC28B1-54EB-A2F5-F426-DACD81E67F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white">
          <a:xfrm>
            <a:off x="1005840" y="6400800"/>
            <a:ext cx="1371600" cy="228600"/>
          </a:xfrm>
        </p:spPr>
        <p:txBody>
          <a:bodyPr/>
          <a:lstStyle/>
          <a:p>
            <a:r>
              <a:rPr lang="en-US"/>
              <a:t>© 2025–2027 Cognizant | Private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CD66ACF-9B2A-AD09-9479-57ECBF3500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white"/>
        <p:txBody>
          <a:bodyPr/>
          <a:lstStyle/>
          <a:p>
            <a:fld id="{38826FC0-333C-E549-9FA3-0EE43DF298A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E6CF90BD-F1D4-0D82-4CDD-222505B22C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tbl" sz="quarter" idx="23" hasCustomPrompt="1"/>
          </p:nvPr>
        </p:nvSpPr>
        <p:spPr>
          <a:xfrm>
            <a:off x="10591107" y="6458351"/>
            <a:ext cx="1170432" cy="201168"/>
          </a:xfr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45597000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3 - gradient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CA0D8AB6-3AED-7935-402A-4053B324B5CB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2247884" y="-1"/>
            <a:ext cx="9944116" cy="6858001"/>
          </a:xfrm>
          <a:custGeom>
            <a:avLst/>
            <a:gdLst>
              <a:gd name="connsiteX0" fmla="*/ 2591889 w 9944116"/>
              <a:gd name="connsiteY0" fmla="*/ 0 h 6858001"/>
              <a:gd name="connsiteX1" fmla="*/ 8153432 w 9944116"/>
              <a:gd name="connsiteY1" fmla="*/ 0 h 6858001"/>
              <a:gd name="connsiteX2" fmla="*/ 9924238 w 9944116"/>
              <a:gd name="connsiteY2" fmla="*/ 0 h 6858001"/>
              <a:gd name="connsiteX3" fmla="*/ 9944116 w 9944116"/>
              <a:gd name="connsiteY3" fmla="*/ 0 h 6858001"/>
              <a:gd name="connsiteX4" fmla="*/ 9944116 w 9944116"/>
              <a:gd name="connsiteY4" fmla="*/ 6858001 h 6858001"/>
              <a:gd name="connsiteX5" fmla="*/ 8153432 w 9944116"/>
              <a:gd name="connsiteY5" fmla="*/ 6858001 h 6858001"/>
              <a:gd name="connsiteX6" fmla="*/ 8153432 w 9944116"/>
              <a:gd name="connsiteY6" fmla="*/ 6857999 h 6858001"/>
              <a:gd name="connsiteX7" fmla="*/ 0 w 9944116"/>
              <a:gd name="connsiteY7" fmla="*/ 6857999 h 6858001"/>
              <a:gd name="connsiteX8" fmla="*/ 4419925 w 9944116"/>
              <a:gd name="connsiteY8" fmla="*/ 2027258 h 6858001"/>
              <a:gd name="connsiteX9" fmla="*/ 4419787 w 9944116"/>
              <a:gd name="connsiteY9" fmla="*/ 2027338 h 6858001"/>
              <a:gd name="connsiteX0" fmla="*/ 2591889 w 9944116"/>
              <a:gd name="connsiteY0" fmla="*/ 0 h 6858001"/>
              <a:gd name="connsiteX1" fmla="*/ 8153432 w 9944116"/>
              <a:gd name="connsiteY1" fmla="*/ 0 h 6858001"/>
              <a:gd name="connsiteX2" fmla="*/ 9924238 w 9944116"/>
              <a:gd name="connsiteY2" fmla="*/ 0 h 6858001"/>
              <a:gd name="connsiteX3" fmla="*/ 9944116 w 9944116"/>
              <a:gd name="connsiteY3" fmla="*/ 0 h 6858001"/>
              <a:gd name="connsiteX4" fmla="*/ 9944116 w 9944116"/>
              <a:gd name="connsiteY4" fmla="*/ 6858001 h 6858001"/>
              <a:gd name="connsiteX5" fmla="*/ 8153432 w 9944116"/>
              <a:gd name="connsiteY5" fmla="*/ 6858001 h 6858001"/>
              <a:gd name="connsiteX6" fmla="*/ 8153432 w 9944116"/>
              <a:gd name="connsiteY6" fmla="*/ 6857999 h 6858001"/>
              <a:gd name="connsiteX7" fmla="*/ 0 w 9944116"/>
              <a:gd name="connsiteY7" fmla="*/ 6857999 h 6858001"/>
              <a:gd name="connsiteX8" fmla="*/ 4419925 w 9944116"/>
              <a:gd name="connsiteY8" fmla="*/ 2027258 h 6858001"/>
              <a:gd name="connsiteX9" fmla="*/ 4597587 w 9944116"/>
              <a:gd name="connsiteY9" fmla="*/ 2198788 h 6858001"/>
              <a:gd name="connsiteX10" fmla="*/ 2591889 w 9944116"/>
              <a:gd name="connsiteY10" fmla="*/ 0 h 6858001"/>
              <a:gd name="connsiteX0" fmla="*/ 2591889 w 9944116"/>
              <a:gd name="connsiteY0" fmla="*/ 0 h 6858001"/>
              <a:gd name="connsiteX1" fmla="*/ 8153432 w 9944116"/>
              <a:gd name="connsiteY1" fmla="*/ 0 h 6858001"/>
              <a:gd name="connsiteX2" fmla="*/ 9924238 w 9944116"/>
              <a:gd name="connsiteY2" fmla="*/ 0 h 6858001"/>
              <a:gd name="connsiteX3" fmla="*/ 9944116 w 9944116"/>
              <a:gd name="connsiteY3" fmla="*/ 0 h 6858001"/>
              <a:gd name="connsiteX4" fmla="*/ 9944116 w 9944116"/>
              <a:gd name="connsiteY4" fmla="*/ 6858001 h 6858001"/>
              <a:gd name="connsiteX5" fmla="*/ 8153432 w 9944116"/>
              <a:gd name="connsiteY5" fmla="*/ 6858001 h 6858001"/>
              <a:gd name="connsiteX6" fmla="*/ 8153432 w 9944116"/>
              <a:gd name="connsiteY6" fmla="*/ 6857999 h 6858001"/>
              <a:gd name="connsiteX7" fmla="*/ 0 w 9944116"/>
              <a:gd name="connsiteY7" fmla="*/ 6857999 h 6858001"/>
              <a:gd name="connsiteX8" fmla="*/ 4419925 w 9944116"/>
              <a:gd name="connsiteY8" fmla="*/ 2027258 h 6858001"/>
              <a:gd name="connsiteX9" fmla="*/ 2591889 w 9944116"/>
              <a:gd name="connsiteY9" fmla="*/ 0 h 6858001"/>
              <a:gd name="connsiteX0" fmla="*/ 2591889 w 9944116"/>
              <a:gd name="connsiteY0" fmla="*/ 0 h 6858001"/>
              <a:gd name="connsiteX1" fmla="*/ 8153432 w 9944116"/>
              <a:gd name="connsiteY1" fmla="*/ 0 h 6858001"/>
              <a:gd name="connsiteX2" fmla="*/ 9924238 w 9944116"/>
              <a:gd name="connsiteY2" fmla="*/ 0 h 6858001"/>
              <a:gd name="connsiteX3" fmla="*/ 9944116 w 9944116"/>
              <a:gd name="connsiteY3" fmla="*/ 0 h 6858001"/>
              <a:gd name="connsiteX4" fmla="*/ 9944116 w 9944116"/>
              <a:gd name="connsiteY4" fmla="*/ 6858001 h 6858001"/>
              <a:gd name="connsiteX5" fmla="*/ 8153432 w 9944116"/>
              <a:gd name="connsiteY5" fmla="*/ 6858001 h 6858001"/>
              <a:gd name="connsiteX6" fmla="*/ 8153432 w 9944116"/>
              <a:gd name="connsiteY6" fmla="*/ 6857999 h 6858001"/>
              <a:gd name="connsiteX7" fmla="*/ 0 w 9944116"/>
              <a:gd name="connsiteY7" fmla="*/ 6857999 h 6858001"/>
              <a:gd name="connsiteX8" fmla="*/ 4438975 w 9944116"/>
              <a:gd name="connsiteY8" fmla="*/ 2027258 h 6858001"/>
              <a:gd name="connsiteX9" fmla="*/ 2591889 w 9944116"/>
              <a:gd name="connsiteY9" fmla="*/ 0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44116" h="6858001">
                <a:moveTo>
                  <a:pt x="2591889" y="0"/>
                </a:moveTo>
                <a:lnTo>
                  <a:pt x="8153432" y="0"/>
                </a:lnTo>
                <a:lnTo>
                  <a:pt x="9924238" y="0"/>
                </a:lnTo>
                <a:lnTo>
                  <a:pt x="9944116" y="0"/>
                </a:lnTo>
                <a:lnTo>
                  <a:pt x="9944116" y="6858001"/>
                </a:lnTo>
                <a:lnTo>
                  <a:pt x="8153432" y="6858001"/>
                </a:lnTo>
                <a:lnTo>
                  <a:pt x="8153432" y="6857999"/>
                </a:lnTo>
                <a:lnTo>
                  <a:pt x="0" y="6857999"/>
                </a:lnTo>
                <a:lnTo>
                  <a:pt x="4438975" y="2027258"/>
                </a:lnTo>
                <a:lnTo>
                  <a:pt x="2591889" y="0"/>
                </a:lnTo>
                <a:close/>
              </a:path>
            </a:pathLst>
          </a:custGeom>
          <a:solidFill>
            <a:srgbClr val="ECECEB"/>
          </a:solidFill>
        </p:spPr>
        <p:txBody>
          <a:bodyPr wrap="square" lIns="457200" rIns="0" bIns="914400" anchor="ctr">
            <a:no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icon, drag, or paste to add picture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2E287986-5735-CAAE-7F1D-D641F5BF13F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20568"/>
          <a:stretch/>
        </p:blipFill>
        <p:spPr>
          <a:xfrm rot="16200000">
            <a:off x="-86682" y="86681"/>
            <a:ext cx="6858000" cy="668463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B5A9C86-86C3-D910-D3B0-5EAA1DBF914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57200" y="1445273"/>
            <a:ext cx="4770783" cy="1107996"/>
          </a:xfrm>
        </p:spPr>
        <p:txBody>
          <a:bodyPr wrap="square" anchor="ctr">
            <a:spAutoFit/>
          </a:bodyPr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add </a:t>
            </a:r>
            <a:br>
              <a:rPr lang="en-US"/>
            </a:br>
            <a:r>
              <a:rPr lang="en-US"/>
              <a:t>divider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2C5AC1-91CD-51D8-0165-CFACC2E285DF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white"/>
        <p:txBody>
          <a:bodyPr/>
          <a:lstStyle/>
          <a:p>
            <a:fld id="{80AEDBF0-FB55-429E-9708-9DBD17C6BB9D}" type="datetime1">
              <a:rPr lang="en-US" smtClean="0"/>
              <a:t>12/15/2025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5FC28B1-54EB-A2F5-F426-DACD81E67F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white">
          <a:xfrm>
            <a:off x="1005840" y="6400800"/>
            <a:ext cx="1371600" cy="228600"/>
          </a:xfrm>
        </p:spPr>
        <p:txBody>
          <a:bodyPr/>
          <a:lstStyle/>
          <a:p>
            <a:r>
              <a:rPr lang="en-US"/>
              <a:t>© 2025–2027 Cognizant | Private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CD66ACF-9B2A-AD09-9479-57ECBF3500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white"/>
        <p:txBody>
          <a:bodyPr/>
          <a:lstStyle/>
          <a:p>
            <a:fld id="{38826FC0-333C-E549-9FA3-0EE43DF298A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able Placeholder 6">
            <a:extLst>
              <a:ext uri="{FF2B5EF4-FFF2-40B4-BE49-F238E27FC236}">
                <a16:creationId xmlns:a16="http://schemas.microsoft.com/office/drawing/2014/main" id="{E57C6CAD-0EE0-4D1F-585B-3C9CA1A4DC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tbl" sz="quarter" idx="23" hasCustomPrompt="1"/>
          </p:nvPr>
        </p:nvSpPr>
        <p:spPr>
          <a:xfrm>
            <a:off x="10591107" y="6458351"/>
            <a:ext cx="1170432" cy="201168"/>
          </a:xfr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7259995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3 - gradient 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5">
            <a:extLst>
              <a:ext uri="{FF2B5EF4-FFF2-40B4-BE49-F238E27FC236}">
                <a16:creationId xmlns:a16="http://schemas.microsoft.com/office/drawing/2014/main" id="{DE083EF2-B9ED-A8EB-E84E-F0E0FBE4C14E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2247884" y="-1"/>
            <a:ext cx="9944116" cy="6858001"/>
          </a:xfrm>
          <a:custGeom>
            <a:avLst/>
            <a:gdLst>
              <a:gd name="connsiteX0" fmla="*/ 2591889 w 9944116"/>
              <a:gd name="connsiteY0" fmla="*/ 0 h 6858001"/>
              <a:gd name="connsiteX1" fmla="*/ 8153432 w 9944116"/>
              <a:gd name="connsiteY1" fmla="*/ 0 h 6858001"/>
              <a:gd name="connsiteX2" fmla="*/ 9924238 w 9944116"/>
              <a:gd name="connsiteY2" fmla="*/ 0 h 6858001"/>
              <a:gd name="connsiteX3" fmla="*/ 9944116 w 9944116"/>
              <a:gd name="connsiteY3" fmla="*/ 0 h 6858001"/>
              <a:gd name="connsiteX4" fmla="*/ 9944116 w 9944116"/>
              <a:gd name="connsiteY4" fmla="*/ 6858001 h 6858001"/>
              <a:gd name="connsiteX5" fmla="*/ 8153432 w 9944116"/>
              <a:gd name="connsiteY5" fmla="*/ 6858001 h 6858001"/>
              <a:gd name="connsiteX6" fmla="*/ 8153432 w 9944116"/>
              <a:gd name="connsiteY6" fmla="*/ 6857999 h 6858001"/>
              <a:gd name="connsiteX7" fmla="*/ 0 w 9944116"/>
              <a:gd name="connsiteY7" fmla="*/ 6857999 h 6858001"/>
              <a:gd name="connsiteX8" fmla="*/ 4419925 w 9944116"/>
              <a:gd name="connsiteY8" fmla="*/ 2027258 h 6858001"/>
              <a:gd name="connsiteX9" fmla="*/ 4419787 w 9944116"/>
              <a:gd name="connsiteY9" fmla="*/ 2027338 h 6858001"/>
              <a:gd name="connsiteX0" fmla="*/ 2591889 w 9944116"/>
              <a:gd name="connsiteY0" fmla="*/ 0 h 6858001"/>
              <a:gd name="connsiteX1" fmla="*/ 8153432 w 9944116"/>
              <a:gd name="connsiteY1" fmla="*/ 0 h 6858001"/>
              <a:gd name="connsiteX2" fmla="*/ 9924238 w 9944116"/>
              <a:gd name="connsiteY2" fmla="*/ 0 h 6858001"/>
              <a:gd name="connsiteX3" fmla="*/ 9944116 w 9944116"/>
              <a:gd name="connsiteY3" fmla="*/ 0 h 6858001"/>
              <a:gd name="connsiteX4" fmla="*/ 9944116 w 9944116"/>
              <a:gd name="connsiteY4" fmla="*/ 6858001 h 6858001"/>
              <a:gd name="connsiteX5" fmla="*/ 8153432 w 9944116"/>
              <a:gd name="connsiteY5" fmla="*/ 6858001 h 6858001"/>
              <a:gd name="connsiteX6" fmla="*/ 8153432 w 9944116"/>
              <a:gd name="connsiteY6" fmla="*/ 6857999 h 6858001"/>
              <a:gd name="connsiteX7" fmla="*/ 0 w 9944116"/>
              <a:gd name="connsiteY7" fmla="*/ 6857999 h 6858001"/>
              <a:gd name="connsiteX8" fmla="*/ 4419925 w 9944116"/>
              <a:gd name="connsiteY8" fmla="*/ 2027258 h 6858001"/>
              <a:gd name="connsiteX9" fmla="*/ 4597587 w 9944116"/>
              <a:gd name="connsiteY9" fmla="*/ 2198788 h 6858001"/>
              <a:gd name="connsiteX10" fmla="*/ 2591889 w 9944116"/>
              <a:gd name="connsiteY10" fmla="*/ 0 h 6858001"/>
              <a:gd name="connsiteX0" fmla="*/ 2591889 w 9944116"/>
              <a:gd name="connsiteY0" fmla="*/ 0 h 6858001"/>
              <a:gd name="connsiteX1" fmla="*/ 8153432 w 9944116"/>
              <a:gd name="connsiteY1" fmla="*/ 0 h 6858001"/>
              <a:gd name="connsiteX2" fmla="*/ 9924238 w 9944116"/>
              <a:gd name="connsiteY2" fmla="*/ 0 h 6858001"/>
              <a:gd name="connsiteX3" fmla="*/ 9944116 w 9944116"/>
              <a:gd name="connsiteY3" fmla="*/ 0 h 6858001"/>
              <a:gd name="connsiteX4" fmla="*/ 9944116 w 9944116"/>
              <a:gd name="connsiteY4" fmla="*/ 6858001 h 6858001"/>
              <a:gd name="connsiteX5" fmla="*/ 8153432 w 9944116"/>
              <a:gd name="connsiteY5" fmla="*/ 6858001 h 6858001"/>
              <a:gd name="connsiteX6" fmla="*/ 8153432 w 9944116"/>
              <a:gd name="connsiteY6" fmla="*/ 6857999 h 6858001"/>
              <a:gd name="connsiteX7" fmla="*/ 0 w 9944116"/>
              <a:gd name="connsiteY7" fmla="*/ 6857999 h 6858001"/>
              <a:gd name="connsiteX8" fmla="*/ 4419925 w 9944116"/>
              <a:gd name="connsiteY8" fmla="*/ 2027258 h 6858001"/>
              <a:gd name="connsiteX9" fmla="*/ 2591889 w 9944116"/>
              <a:gd name="connsiteY9" fmla="*/ 0 h 6858001"/>
              <a:gd name="connsiteX0" fmla="*/ 2591889 w 9944116"/>
              <a:gd name="connsiteY0" fmla="*/ 0 h 6858001"/>
              <a:gd name="connsiteX1" fmla="*/ 8153432 w 9944116"/>
              <a:gd name="connsiteY1" fmla="*/ 0 h 6858001"/>
              <a:gd name="connsiteX2" fmla="*/ 9924238 w 9944116"/>
              <a:gd name="connsiteY2" fmla="*/ 0 h 6858001"/>
              <a:gd name="connsiteX3" fmla="*/ 9944116 w 9944116"/>
              <a:gd name="connsiteY3" fmla="*/ 0 h 6858001"/>
              <a:gd name="connsiteX4" fmla="*/ 9944116 w 9944116"/>
              <a:gd name="connsiteY4" fmla="*/ 6858001 h 6858001"/>
              <a:gd name="connsiteX5" fmla="*/ 8153432 w 9944116"/>
              <a:gd name="connsiteY5" fmla="*/ 6858001 h 6858001"/>
              <a:gd name="connsiteX6" fmla="*/ 8153432 w 9944116"/>
              <a:gd name="connsiteY6" fmla="*/ 6857999 h 6858001"/>
              <a:gd name="connsiteX7" fmla="*/ 0 w 9944116"/>
              <a:gd name="connsiteY7" fmla="*/ 6857999 h 6858001"/>
              <a:gd name="connsiteX8" fmla="*/ 4438975 w 9944116"/>
              <a:gd name="connsiteY8" fmla="*/ 2027258 h 6858001"/>
              <a:gd name="connsiteX9" fmla="*/ 2591889 w 9944116"/>
              <a:gd name="connsiteY9" fmla="*/ 0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44116" h="6858001">
                <a:moveTo>
                  <a:pt x="2591889" y="0"/>
                </a:moveTo>
                <a:lnTo>
                  <a:pt x="8153432" y="0"/>
                </a:lnTo>
                <a:lnTo>
                  <a:pt x="9924238" y="0"/>
                </a:lnTo>
                <a:lnTo>
                  <a:pt x="9944116" y="0"/>
                </a:lnTo>
                <a:lnTo>
                  <a:pt x="9944116" y="6858001"/>
                </a:lnTo>
                <a:lnTo>
                  <a:pt x="8153432" y="6858001"/>
                </a:lnTo>
                <a:lnTo>
                  <a:pt x="8153432" y="6857999"/>
                </a:lnTo>
                <a:lnTo>
                  <a:pt x="0" y="6857999"/>
                </a:lnTo>
                <a:lnTo>
                  <a:pt x="4438975" y="2027258"/>
                </a:lnTo>
                <a:lnTo>
                  <a:pt x="2591889" y="0"/>
                </a:lnTo>
                <a:close/>
              </a:path>
            </a:pathLst>
          </a:custGeom>
          <a:solidFill>
            <a:srgbClr val="ECECEB"/>
          </a:solidFill>
        </p:spPr>
        <p:txBody>
          <a:bodyPr wrap="square" lIns="457200" rIns="0" bIns="914400" anchor="ctr">
            <a:no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icon, drag, or paste to add picture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D3B5FB7A-3A13-9083-843A-06B731B0243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20568"/>
          <a:stretch/>
        </p:blipFill>
        <p:spPr>
          <a:xfrm rot="16200000">
            <a:off x="-86681" y="86682"/>
            <a:ext cx="6858000" cy="668463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B5A9C86-86C3-D910-D3B0-5EAA1DBF914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57200" y="1445273"/>
            <a:ext cx="4770783" cy="1107996"/>
          </a:xfrm>
        </p:spPr>
        <p:txBody>
          <a:bodyPr wrap="square" anchor="ctr">
            <a:spAutoFit/>
          </a:bodyPr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add </a:t>
            </a:r>
            <a:br>
              <a:rPr lang="en-US"/>
            </a:br>
            <a:r>
              <a:rPr lang="en-US"/>
              <a:t>divider title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2C5AC1-91CD-51D8-0165-CFACC2E285DF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white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4E5BEAB-72B2-498F-A57A-D5C23E356F66}" type="datetime1">
              <a:rPr lang="en-US" smtClean="0"/>
              <a:t>12/15/2025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5FC28B1-54EB-A2F5-F426-DACD81E67F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white">
          <a:xfrm>
            <a:off x="1005840" y="6400800"/>
            <a:ext cx="1371600" cy="228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 2025–2027 Cognizant | Private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CD66ACF-9B2A-AD09-9479-57ECBF3500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white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8826FC0-333C-E549-9FA3-0EE43DF298A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able Placeholder 6">
            <a:extLst>
              <a:ext uri="{FF2B5EF4-FFF2-40B4-BE49-F238E27FC236}">
                <a16:creationId xmlns:a16="http://schemas.microsoft.com/office/drawing/2014/main" id="{14B17B9E-37F1-2E25-4E4D-4BE64E780B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tbl" sz="quarter" idx="23" hasCustomPrompt="1"/>
          </p:nvPr>
        </p:nvSpPr>
        <p:spPr>
          <a:xfrm>
            <a:off x="10591107" y="6458351"/>
            <a:ext cx="1170432" cy="201168"/>
          </a:xfr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7982353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4 - gradient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icture Placeholder 24">
            <a:extLst>
              <a:ext uri="{FF2B5EF4-FFF2-40B4-BE49-F238E27FC236}">
                <a16:creationId xmlns:a16="http://schemas.microsoft.com/office/drawing/2014/main" id="{A4AB172D-1DAC-E1AC-7424-693B871FBA90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-1" y="1"/>
            <a:ext cx="7050305" cy="6857999"/>
          </a:xfrm>
          <a:custGeom>
            <a:avLst/>
            <a:gdLst>
              <a:gd name="connsiteX0" fmla="*/ 0 w 12192000"/>
              <a:gd name="connsiteY0" fmla="*/ 0 h 6857999"/>
              <a:gd name="connsiteX1" fmla="*/ 4786422 w 12192000"/>
              <a:gd name="connsiteY1" fmla="*/ 0 h 6857999"/>
              <a:gd name="connsiteX2" fmla="*/ 7050305 w 12192000"/>
              <a:gd name="connsiteY2" fmla="*/ 2025630 h 6857999"/>
              <a:gd name="connsiteX3" fmla="*/ 1830747 w 12192000"/>
              <a:gd name="connsiteY3" fmla="*/ 6856286 h 6857999"/>
              <a:gd name="connsiteX4" fmla="*/ 4307988 w 12192000"/>
              <a:gd name="connsiteY4" fmla="*/ 6856286 h 6857999"/>
              <a:gd name="connsiteX5" fmla="*/ 7050400 w 12192000"/>
              <a:gd name="connsiteY5" fmla="*/ 2025542 h 6857999"/>
              <a:gd name="connsiteX6" fmla="*/ 7050313 w 12192000"/>
              <a:gd name="connsiteY6" fmla="*/ 2025622 h 6857999"/>
              <a:gd name="connsiteX7" fmla="*/ 5917127 w 12192000"/>
              <a:gd name="connsiteY7" fmla="*/ 0 h 6857999"/>
              <a:gd name="connsiteX8" fmla="*/ 12192000 w 12192000"/>
              <a:gd name="connsiteY8" fmla="*/ 0 h 6857999"/>
              <a:gd name="connsiteX9" fmla="*/ 12192000 w 12192000"/>
              <a:gd name="connsiteY9" fmla="*/ 6857999 h 6857999"/>
              <a:gd name="connsiteX10" fmla="*/ 0 w 12192000"/>
              <a:gd name="connsiteY10" fmla="*/ 6857999 h 6857999"/>
              <a:gd name="connsiteX0" fmla="*/ 0 w 12192000"/>
              <a:gd name="connsiteY0" fmla="*/ 0 h 6857999"/>
              <a:gd name="connsiteX1" fmla="*/ 4786422 w 12192000"/>
              <a:gd name="connsiteY1" fmla="*/ 0 h 6857999"/>
              <a:gd name="connsiteX2" fmla="*/ 7050305 w 12192000"/>
              <a:gd name="connsiteY2" fmla="*/ 2025630 h 6857999"/>
              <a:gd name="connsiteX3" fmla="*/ 1830747 w 12192000"/>
              <a:gd name="connsiteY3" fmla="*/ 6856286 h 6857999"/>
              <a:gd name="connsiteX4" fmla="*/ 7050400 w 12192000"/>
              <a:gd name="connsiteY4" fmla="*/ 2025542 h 6857999"/>
              <a:gd name="connsiteX5" fmla="*/ 7050313 w 12192000"/>
              <a:gd name="connsiteY5" fmla="*/ 2025622 h 6857999"/>
              <a:gd name="connsiteX6" fmla="*/ 5917127 w 12192000"/>
              <a:gd name="connsiteY6" fmla="*/ 0 h 6857999"/>
              <a:gd name="connsiteX7" fmla="*/ 12192000 w 12192000"/>
              <a:gd name="connsiteY7" fmla="*/ 0 h 6857999"/>
              <a:gd name="connsiteX8" fmla="*/ 12192000 w 12192000"/>
              <a:gd name="connsiteY8" fmla="*/ 6857999 h 6857999"/>
              <a:gd name="connsiteX9" fmla="*/ 0 w 12192000"/>
              <a:gd name="connsiteY9" fmla="*/ 6857999 h 6857999"/>
              <a:gd name="connsiteX10" fmla="*/ 0 w 12192000"/>
              <a:gd name="connsiteY10" fmla="*/ 0 h 6857999"/>
              <a:gd name="connsiteX0" fmla="*/ 0 w 12192000"/>
              <a:gd name="connsiteY0" fmla="*/ 0 h 6857999"/>
              <a:gd name="connsiteX1" fmla="*/ 4786422 w 12192000"/>
              <a:gd name="connsiteY1" fmla="*/ 0 h 6857999"/>
              <a:gd name="connsiteX2" fmla="*/ 7050305 w 12192000"/>
              <a:gd name="connsiteY2" fmla="*/ 2025630 h 6857999"/>
              <a:gd name="connsiteX3" fmla="*/ 1830747 w 12192000"/>
              <a:gd name="connsiteY3" fmla="*/ 6856286 h 6857999"/>
              <a:gd name="connsiteX4" fmla="*/ 7050400 w 12192000"/>
              <a:gd name="connsiteY4" fmla="*/ 2025542 h 6857999"/>
              <a:gd name="connsiteX5" fmla="*/ 7050313 w 12192000"/>
              <a:gd name="connsiteY5" fmla="*/ 2025622 h 6857999"/>
              <a:gd name="connsiteX6" fmla="*/ 12192000 w 12192000"/>
              <a:gd name="connsiteY6" fmla="*/ 0 h 6857999"/>
              <a:gd name="connsiteX7" fmla="*/ 12192000 w 12192000"/>
              <a:gd name="connsiteY7" fmla="*/ 6857999 h 6857999"/>
              <a:gd name="connsiteX8" fmla="*/ 0 w 12192000"/>
              <a:gd name="connsiteY8" fmla="*/ 6857999 h 6857999"/>
              <a:gd name="connsiteX9" fmla="*/ 0 w 12192000"/>
              <a:gd name="connsiteY9" fmla="*/ 0 h 6857999"/>
              <a:gd name="connsiteX0" fmla="*/ 0 w 12192000"/>
              <a:gd name="connsiteY0" fmla="*/ 0 h 6857999"/>
              <a:gd name="connsiteX1" fmla="*/ 4786422 w 12192000"/>
              <a:gd name="connsiteY1" fmla="*/ 0 h 6857999"/>
              <a:gd name="connsiteX2" fmla="*/ 7050305 w 12192000"/>
              <a:gd name="connsiteY2" fmla="*/ 2025630 h 6857999"/>
              <a:gd name="connsiteX3" fmla="*/ 1830747 w 12192000"/>
              <a:gd name="connsiteY3" fmla="*/ 6856286 h 6857999"/>
              <a:gd name="connsiteX4" fmla="*/ 7050400 w 12192000"/>
              <a:gd name="connsiteY4" fmla="*/ 2025542 h 6857999"/>
              <a:gd name="connsiteX5" fmla="*/ 7050313 w 12192000"/>
              <a:gd name="connsiteY5" fmla="*/ 2025622 h 6857999"/>
              <a:gd name="connsiteX6" fmla="*/ 12192000 w 12192000"/>
              <a:gd name="connsiteY6" fmla="*/ 6857999 h 6857999"/>
              <a:gd name="connsiteX7" fmla="*/ 0 w 12192000"/>
              <a:gd name="connsiteY7" fmla="*/ 6857999 h 6857999"/>
              <a:gd name="connsiteX8" fmla="*/ 0 w 12192000"/>
              <a:gd name="connsiteY8" fmla="*/ 0 h 6857999"/>
              <a:gd name="connsiteX0" fmla="*/ 0 w 12382010"/>
              <a:gd name="connsiteY0" fmla="*/ 0 h 6857999"/>
              <a:gd name="connsiteX1" fmla="*/ 4786422 w 12382010"/>
              <a:gd name="connsiteY1" fmla="*/ 0 h 6857999"/>
              <a:gd name="connsiteX2" fmla="*/ 7050305 w 12382010"/>
              <a:gd name="connsiteY2" fmla="*/ 2025630 h 6857999"/>
              <a:gd name="connsiteX3" fmla="*/ 1830747 w 12382010"/>
              <a:gd name="connsiteY3" fmla="*/ 6856286 h 6857999"/>
              <a:gd name="connsiteX4" fmla="*/ 7050400 w 12382010"/>
              <a:gd name="connsiteY4" fmla="*/ 2025542 h 6857999"/>
              <a:gd name="connsiteX5" fmla="*/ 12192000 w 12382010"/>
              <a:gd name="connsiteY5" fmla="*/ 6857999 h 6857999"/>
              <a:gd name="connsiteX6" fmla="*/ 0 w 12382010"/>
              <a:gd name="connsiteY6" fmla="*/ 6857999 h 6857999"/>
              <a:gd name="connsiteX7" fmla="*/ 0 w 12382010"/>
              <a:gd name="connsiteY7" fmla="*/ 0 h 6857999"/>
              <a:gd name="connsiteX0" fmla="*/ 0 w 12192000"/>
              <a:gd name="connsiteY0" fmla="*/ 0 h 6857999"/>
              <a:gd name="connsiteX1" fmla="*/ 4786422 w 12192000"/>
              <a:gd name="connsiteY1" fmla="*/ 0 h 6857999"/>
              <a:gd name="connsiteX2" fmla="*/ 7050305 w 12192000"/>
              <a:gd name="connsiteY2" fmla="*/ 2025630 h 6857999"/>
              <a:gd name="connsiteX3" fmla="*/ 1830747 w 12192000"/>
              <a:gd name="connsiteY3" fmla="*/ 6856286 h 6857999"/>
              <a:gd name="connsiteX4" fmla="*/ 12192000 w 12192000"/>
              <a:gd name="connsiteY4" fmla="*/ 6857999 h 6857999"/>
              <a:gd name="connsiteX5" fmla="*/ 0 w 12192000"/>
              <a:gd name="connsiteY5" fmla="*/ 6857999 h 6857999"/>
              <a:gd name="connsiteX6" fmla="*/ 0 w 12192000"/>
              <a:gd name="connsiteY6" fmla="*/ 0 h 6857999"/>
              <a:gd name="connsiteX0" fmla="*/ 0 w 7050305"/>
              <a:gd name="connsiteY0" fmla="*/ 0 h 6857999"/>
              <a:gd name="connsiteX1" fmla="*/ 4786422 w 7050305"/>
              <a:gd name="connsiteY1" fmla="*/ 0 h 6857999"/>
              <a:gd name="connsiteX2" fmla="*/ 7050305 w 7050305"/>
              <a:gd name="connsiteY2" fmla="*/ 2025630 h 6857999"/>
              <a:gd name="connsiteX3" fmla="*/ 1830747 w 7050305"/>
              <a:gd name="connsiteY3" fmla="*/ 6856286 h 6857999"/>
              <a:gd name="connsiteX4" fmla="*/ 0 w 7050305"/>
              <a:gd name="connsiteY4" fmla="*/ 6857999 h 6857999"/>
              <a:gd name="connsiteX5" fmla="*/ 0 w 7050305"/>
              <a:gd name="connsiteY5" fmla="*/ 0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050305" h="6857999">
                <a:moveTo>
                  <a:pt x="0" y="0"/>
                </a:moveTo>
                <a:lnTo>
                  <a:pt x="4786422" y="0"/>
                </a:lnTo>
                <a:lnTo>
                  <a:pt x="7050305" y="2025630"/>
                </a:lnTo>
                <a:lnTo>
                  <a:pt x="1830747" y="6856286"/>
                </a:lnTo>
                <a:lnTo>
                  <a:pt x="0" y="6857999"/>
                </a:lnTo>
                <a:lnTo>
                  <a:pt x="0" y="0"/>
                </a:lnTo>
                <a:close/>
              </a:path>
            </a:pathLst>
          </a:custGeom>
          <a:solidFill>
            <a:srgbClr val="ECECEB"/>
          </a:solidFill>
        </p:spPr>
        <p:txBody>
          <a:bodyPr wrap="square" lIns="457200" rIns="274320" bIns="914400" anchor="ctr">
            <a:noAutofit/>
          </a:bodyPr>
          <a:lstStyle>
            <a:lvl1pPr marL="0" indent="0" algn="ctr">
              <a:buNone/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icon, drag, or paste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B5A9C86-86C3-D910-D3B0-5EAA1DBF914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7448603" y="1536250"/>
            <a:ext cx="4297680" cy="1107996"/>
          </a:xfrm>
        </p:spPr>
        <p:txBody>
          <a:bodyPr wrap="square" anchor="ctr">
            <a:spAutoFit/>
          </a:bodyPr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add divider title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43E2038-CC00-155F-8A24-AE9D3A85692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6200000">
            <a:off x="1010600" y="818200"/>
            <a:ext cx="6858000" cy="5221599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2C5AC1-91CD-51D8-0165-CFACC2E285DF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white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2C959E9-DCB9-4232-B6DE-744685552142}" type="datetime1">
              <a:rPr lang="en-US" smtClean="0"/>
              <a:t>12/15/2025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5FC28B1-54EB-A2F5-F426-DACD81E67F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white">
          <a:xfrm>
            <a:off x="1005840" y="6400800"/>
            <a:ext cx="1371600" cy="228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 2025–2027 Cognizant | Private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CD66ACF-9B2A-AD09-9479-57ECBF3500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white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8826FC0-333C-E549-9FA3-0EE43DF298A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309341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4 - gradient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1231D93-F448-189B-0481-564A24064BF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6200000">
            <a:off x="1010600" y="818200"/>
            <a:ext cx="6858000" cy="5221599"/>
          </a:xfrm>
          <a:prstGeom prst="rect">
            <a:avLst/>
          </a:prstGeom>
        </p:spPr>
      </p:pic>
      <p:sp>
        <p:nvSpPr>
          <p:cNvPr id="25" name="Picture Placeholder 24">
            <a:extLst>
              <a:ext uri="{FF2B5EF4-FFF2-40B4-BE49-F238E27FC236}">
                <a16:creationId xmlns:a16="http://schemas.microsoft.com/office/drawing/2014/main" id="{A4AB172D-1DAC-E1AC-7424-693B871FBA90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-1" y="1"/>
            <a:ext cx="7050305" cy="6857999"/>
          </a:xfrm>
          <a:custGeom>
            <a:avLst/>
            <a:gdLst>
              <a:gd name="connsiteX0" fmla="*/ 0 w 12192000"/>
              <a:gd name="connsiteY0" fmla="*/ 0 h 6857999"/>
              <a:gd name="connsiteX1" fmla="*/ 4786422 w 12192000"/>
              <a:gd name="connsiteY1" fmla="*/ 0 h 6857999"/>
              <a:gd name="connsiteX2" fmla="*/ 7050305 w 12192000"/>
              <a:gd name="connsiteY2" fmla="*/ 2025630 h 6857999"/>
              <a:gd name="connsiteX3" fmla="*/ 1830747 w 12192000"/>
              <a:gd name="connsiteY3" fmla="*/ 6856286 h 6857999"/>
              <a:gd name="connsiteX4" fmla="*/ 4307988 w 12192000"/>
              <a:gd name="connsiteY4" fmla="*/ 6856286 h 6857999"/>
              <a:gd name="connsiteX5" fmla="*/ 7050400 w 12192000"/>
              <a:gd name="connsiteY5" fmla="*/ 2025542 h 6857999"/>
              <a:gd name="connsiteX6" fmla="*/ 7050313 w 12192000"/>
              <a:gd name="connsiteY6" fmla="*/ 2025622 h 6857999"/>
              <a:gd name="connsiteX7" fmla="*/ 5917127 w 12192000"/>
              <a:gd name="connsiteY7" fmla="*/ 0 h 6857999"/>
              <a:gd name="connsiteX8" fmla="*/ 12192000 w 12192000"/>
              <a:gd name="connsiteY8" fmla="*/ 0 h 6857999"/>
              <a:gd name="connsiteX9" fmla="*/ 12192000 w 12192000"/>
              <a:gd name="connsiteY9" fmla="*/ 6857999 h 6857999"/>
              <a:gd name="connsiteX10" fmla="*/ 0 w 12192000"/>
              <a:gd name="connsiteY10" fmla="*/ 6857999 h 6857999"/>
              <a:gd name="connsiteX0" fmla="*/ 0 w 12192000"/>
              <a:gd name="connsiteY0" fmla="*/ 0 h 6857999"/>
              <a:gd name="connsiteX1" fmla="*/ 4786422 w 12192000"/>
              <a:gd name="connsiteY1" fmla="*/ 0 h 6857999"/>
              <a:gd name="connsiteX2" fmla="*/ 7050305 w 12192000"/>
              <a:gd name="connsiteY2" fmla="*/ 2025630 h 6857999"/>
              <a:gd name="connsiteX3" fmla="*/ 1830747 w 12192000"/>
              <a:gd name="connsiteY3" fmla="*/ 6856286 h 6857999"/>
              <a:gd name="connsiteX4" fmla="*/ 7050400 w 12192000"/>
              <a:gd name="connsiteY4" fmla="*/ 2025542 h 6857999"/>
              <a:gd name="connsiteX5" fmla="*/ 7050313 w 12192000"/>
              <a:gd name="connsiteY5" fmla="*/ 2025622 h 6857999"/>
              <a:gd name="connsiteX6" fmla="*/ 5917127 w 12192000"/>
              <a:gd name="connsiteY6" fmla="*/ 0 h 6857999"/>
              <a:gd name="connsiteX7" fmla="*/ 12192000 w 12192000"/>
              <a:gd name="connsiteY7" fmla="*/ 0 h 6857999"/>
              <a:gd name="connsiteX8" fmla="*/ 12192000 w 12192000"/>
              <a:gd name="connsiteY8" fmla="*/ 6857999 h 6857999"/>
              <a:gd name="connsiteX9" fmla="*/ 0 w 12192000"/>
              <a:gd name="connsiteY9" fmla="*/ 6857999 h 6857999"/>
              <a:gd name="connsiteX10" fmla="*/ 0 w 12192000"/>
              <a:gd name="connsiteY10" fmla="*/ 0 h 6857999"/>
              <a:gd name="connsiteX0" fmla="*/ 0 w 12192000"/>
              <a:gd name="connsiteY0" fmla="*/ 0 h 6857999"/>
              <a:gd name="connsiteX1" fmla="*/ 4786422 w 12192000"/>
              <a:gd name="connsiteY1" fmla="*/ 0 h 6857999"/>
              <a:gd name="connsiteX2" fmla="*/ 7050305 w 12192000"/>
              <a:gd name="connsiteY2" fmla="*/ 2025630 h 6857999"/>
              <a:gd name="connsiteX3" fmla="*/ 1830747 w 12192000"/>
              <a:gd name="connsiteY3" fmla="*/ 6856286 h 6857999"/>
              <a:gd name="connsiteX4" fmla="*/ 7050400 w 12192000"/>
              <a:gd name="connsiteY4" fmla="*/ 2025542 h 6857999"/>
              <a:gd name="connsiteX5" fmla="*/ 7050313 w 12192000"/>
              <a:gd name="connsiteY5" fmla="*/ 2025622 h 6857999"/>
              <a:gd name="connsiteX6" fmla="*/ 12192000 w 12192000"/>
              <a:gd name="connsiteY6" fmla="*/ 0 h 6857999"/>
              <a:gd name="connsiteX7" fmla="*/ 12192000 w 12192000"/>
              <a:gd name="connsiteY7" fmla="*/ 6857999 h 6857999"/>
              <a:gd name="connsiteX8" fmla="*/ 0 w 12192000"/>
              <a:gd name="connsiteY8" fmla="*/ 6857999 h 6857999"/>
              <a:gd name="connsiteX9" fmla="*/ 0 w 12192000"/>
              <a:gd name="connsiteY9" fmla="*/ 0 h 6857999"/>
              <a:gd name="connsiteX0" fmla="*/ 0 w 12192000"/>
              <a:gd name="connsiteY0" fmla="*/ 0 h 6857999"/>
              <a:gd name="connsiteX1" fmla="*/ 4786422 w 12192000"/>
              <a:gd name="connsiteY1" fmla="*/ 0 h 6857999"/>
              <a:gd name="connsiteX2" fmla="*/ 7050305 w 12192000"/>
              <a:gd name="connsiteY2" fmla="*/ 2025630 h 6857999"/>
              <a:gd name="connsiteX3" fmla="*/ 1830747 w 12192000"/>
              <a:gd name="connsiteY3" fmla="*/ 6856286 h 6857999"/>
              <a:gd name="connsiteX4" fmla="*/ 7050400 w 12192000"/>
              <a:gd name="connsiteY4" fmla="*/ 2025542 h 6857999"/>
              <a:gd name="connsiteX5" fmla="*/ 7050313 w 12192000"/>
              <a:gd name="connsiteY5" fmla="*/ 2025622 h 6857999"/>
              <a:gd name="connsiteX6" fmla="*/ 12192000 w 12192000"/>
              <a:gd name="connsiteY6" fmla="*/ 6857999 h 6857999"/>
              <a:gd name="connsiteX7" fmla="*/ 0 w 12192000"/>
              <a:gd name="connsiteY7" fmla="*/ 6857999 h 6857999"/>
              <a:gd name="connsiteX8" fmla="*/ 0 w 12192000"/>
              <a:gd name="connsiteY8" fmla="*/ 0 h 6857999"/>
              <a:gd name="connsiteX0" fmla="*/ 0 w 12382010"/>
              <a:gd name="connsiteY0" fmla="*/ 0 h 6857999"/>
              <a:gd name="connsiteX1" fmla="*/ 4786422 w 12382010"/>
              <a:gd name="connsiteY1" fmla="*/ 0 h 6857999"/>
              <a:gd name="connsiteX2" fmla="*/ 7050305 w 12382010"/>
              <a:gd name="connsiteY2" fmla="*/ 2025630 h 6857999"/>
              <a:gd name="connsiteX3" fmla="*/ 1830747 w 12382010"/>
              <a:gd name="connsiteY3" fmla="*/ 6856286 h 6857999"/>
              <a:gd name="connsiteX4" fmla="*/ 7050400 w 12382010"/>
              <a:gd name="connsiteY4" fmla="*/ 2025542 h 6857999"/>
              <a:gd name="connsiteX5" fmla="*/ 12192000 w 12382010"/>
              <a:gd name="connsiteY5" fmla="*/ 6857999 h 6857999"/>
              <a:gd name="connsiteX6" fmla="*/ 0 w 12382010"/>
              <a:gd name="connsiteY6" fmla="*/ 6857999 h 6857999"/>
              <a:gd name="connsiteX7" fmla="*/ 0 w 12382010"/>
              <a:gd name="connsiteY7" fmla="*/ 0 h 6857999"/>
              <a:gd name="connsiteX0" fmla="*/ 0 w 12192000"/>
              <a:gd name="connsiteY0" fmla="*/ 0 h 6857999"/>
              <a:gd name="connsiteX1" fmla="*/ 4786422 w 12192000"/>
              <a:gd name="connsiteY1" fmla="*/ 0 h 6857999"/>
              <a:gd name="connsiteX2" fmla="*/ 7050305 w 12192000"/>
              <a:gd name="connsiteY2" fmla="*/ 2025630 h 6857999"/>
              <a:gd name="connsiteX3" fmla="*/ 1830747 w 12192000"/>
              <a:gd name="connsiteY3" fmla="*/ 6856286 h 6857999"/>
              <a:gd name="connsiteX4" fmla="*/ 12192000 w 12192000"/>
              <a:gd name="connsiteY4" fmla="*/ 6857999 h 6857999"/>
              <a:gd name="connsiteX5" fmla="*/ 0 w 12192000"/>
              <a:gd name="connsiteY5" fmla="*/ 6857999 h 6857999"/>
              <a:gd name="connsiteX6" fmla="*/ 0 w 12192000"/>
              <a:gd name="connsiteY6" fmla="*/ 0 h 6857999"/>
              <a:gd name="connsiteX0" fmla="*/ 0 w 7050305"/>
              <a:gd name="connsiteY0" fmla="*/ 0 h 6857999"/>
              <a:gd name="connsiteX1" fmla="*/ 4786422 w 7050305"/>
              <a:gd name="connsiteY1" fmla="*/ 0 h 6857999"/>
              <a:gd name="connsiteX2" fmla="*/ 7050305 w 7050305"/>
              <a:gd name="connsiteY2" fmla="*/ 2025630 h 6857999"/>
              <a:gd name="connsiteX3" fmla="*/ 1830747 w 7050305"/>
              <a:gd name="connsiteY3" fmla="*/ 6856286 h 6857999"/>
              <a:gd name="connsiteX4" fmla="*/ 0 w 7050305"/>
              <a:gd name="connsiteY4" fmla="*/ 6857999 h 6857999"/>
              <a:gd name="connsiteX5" fmla="*/ 0 w 7050305"/>
              <a:gd name="connsiteY5" fmla="*/ 0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050305" h="6857999">
                <a:moveTo>
                  <a:pt x="0" y="0"/>
                </a:moveTo>
                <a:lnTo>
                  <a:pt x="4786422" y="0"/>
                </a:lnTo>
                <a:lnTo>
                  <a:pt x="7050305" y="2025630"/>
                </a:lnTo>
                <a:lnTo>
                  <a:pt x="1830747" y="6856286"/>
                </a:lnTo>
                <a:lnTo>
                  <a:pt x="0" y="6857999"/>
                </a:lnTo>
                <a:lnTo>
                  <a:pt x="0" y="0"/>
                </a:lnTo>
                <a:close/>
              </a:path>
            </a:pathLst>
          </a:custGeom>
          <a:solidFill>
            <a:srgbClr val="ECECEB"/>
          </a:solidFill>
        </p:spPr>
        <p:txBody>
          <a:bodyPr wrap="square" lIns="457200" rIns="274320" bIns="914400" anchor="ctr">
            <a:noAutofit/>
          </a:bodyPr>
          <a:lstStyle>
            <a:lvl1pPr marL="0" indent="0" algn="ctr">
              <a:buNone/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icon, drag, or paste to add picture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2C5AC1-91CD-51D8-0165-CFACC2E285DF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white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89EAE7B-296C-4C6A-991E-BC7FF685B51E}" type="datetime1">
              <a:rPr lang="en-US" smtClean="0"/>
              <a:t>12/15/2025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5FC28B1-54EB-A2F5-F426-DACD81E67F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white">
          <a:xfrm>
            <a:off x="1005840" y="6400800"/>
            <a:ext cx="1371600" cy="228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 2025–2027 Cognizant | Private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CD66ACF-9B2A-AD09-9479-57ECBF3500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white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8826FC0-333C-E549-9FA3-0EE43DF298A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B5A9C86-86C3-D910-D3B0-5EAA1DBF914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7448603" y="1536250"/>
            <a:ext cx="4297680" cy="1107996"/>
          </a:xfrm>
        </p:spPr>
        <p:txBody>
          <a:bodyPr wrap="square" anchor="ctr">
            <a:spAutoFit/>
          </a:bodyPr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add divider title</a:t>
            </a:r>
          </a:p>
        </p:txBody>
      </p:sp>
    </p:spTree>
    <p:extLst>
      <p:ext uri="{BB962C8B-B14F-4D97-AF65-F5344CB8AC3E}">
        <p14:creationId xmlns:p14="http://schemas.microsoft.com/office/powerpoint/2010/main" val="372611963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4 - gradient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EC6B776-428C-5C39-6B96-46437F782E1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6200000">
            <a:off x="1010600" y="818200"/>
            <a:ext cx="6858000" cy="5221599"/>
          </a:xfrm>
          <a:prstGeom prst="rect">
            <a:avLst/>
          </a:prstGeom>
        </p:spPr>
      </p:pic>
      <p:sp>
        <p:nvSpPr>
          <p:cNvPr id="25" name="Picture Placeholder 24">
            <a:extLst>
              <a:ext uri="{FF2B5EF4-FFF2-40B4-BE49-F238E27FC236}">
                <a16:creationId xmlns:a16="http://schemas.microsoft.com/office/drawing/2014/main" id="{A4AB172D-1DAC-E1AC-7424-693B871FBA90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-1" y="1"/>
            <a:ext cx="7050305" cy="6857999"/>
          </a:xfrm>
          <a:custGeom>
            <a:avLst/>
            <a:gdLst>
              <a:gd name="connsiteX0" fmla="*/ 0 w 12192000"/>
              <a:gd name="connsiteY0" fmla="*/ 0 h 6857999"/>
              <a:gd name="connsiteX1" fmla="*/ 4786422 w 12192000"/>
              <a:gd name="connsiteY1" fmla="*/ 0 h 6857999"/>
              <a:gd name="connsiteX2" fmla="*/ 7050305 w 12192000"/>
              <a:gd name="connsiteY2" fmla="*/ 2025630 h 6857999"/>
              <a:gd name="connsiteX3" fmla="*/ 1830747 w 12192000"/>
              <a:gd name="connsiteY3" fmla="*/ 6856286 h 6857999"/>
              <a:gd name="connsiteX4" fmla="*/ 4307988 w 12192000"/>
              <a:gd name="connsiteY4" fmla="*/ 6856286 h 6857999"/>
              <a:gd name="connsiteX5" fmla="*/ 7050400 w 12192000"/>
              <a:gd name="connsiteY5" fmla="*/ 2025542 h 6857999"/>
              <a:gd name="connsiteX6" fmla="*/ 7050313 w 12192000"/>
              <a:gd name="connsiteY6" fmla="*/ 2025622 h 6857999"/>
              <a:gd name="connsiteX7" fmla="*/ 5917127 w 12192000"/>
              <a:gd name="connsiteY7" fmla="*/ 0 h 6857999"/>
              <a:gd name="connsiteX8" fmla="*/ 12192000 w 12192000"/>
              <a:gd name="connsiteY8" fmla="*/ 0 h 6857999"/>
              <a:gd name="connsiteX9" fmla="*/ 12192000 w 12192000"/>
              <a:gd name="connsiteY9" fmla="*/ 6857999 h 6857999"/>
              <a:gd name="connsiteX10" fmla="*/ 0 w 12192000"/>
              <a:gd name="connsiteY10" fmla="*/ 6857999 h 6857999"/>
              <a:gd name="connsiteX0" fmla="*/ 0 w 12192000"/>
              <a:gd name="connsiteY0" fmla="*/ 0 h 6857999"/>
              <a:gd name="connsiteX1" fmla="*/ 4786422 w 12192000"/>
              <a:gd name="connsiteY1" fmla="*/ 0 h 6857999"/>
              <a:gd name="connsiteX2" fmla="*/ 7050305 w 12192000"/>
              <a:gd name="connsiteY2" fmla="*/ 2025630 h 6857999"/>
              <a:gd name="connsiteX3" fmla="*/ 1830747 w 12192000"/>
              <a:gd name="connsiteY3" fmla="*/ 6856286 h 6857999"/>
              <a:gd name="connsiteX4" fmla="*/ 7050400 w 12192000"/>
              <a:gd name="connsiteY4" fmla="*/ 2025542 h 6857999"/>
              <a:gd name="connsiteX5" fmla="*/ 7050313 w 12192000"/>
              <a:gd name="connsiteY5" fmla="*/ 2025622 h 6857999"/>
              <a:gd name="connsiteX6" fmla="*/ 5917127 w 12192000"/>
              <a:gd name="connsiteY6" fmla="*/ 0 h 6857999"/>
              <a:gd name="connsiteX7" fmla="*/ 12192000 w 12192000"/>
              <a:gd name="connsiteY7" fmla="*/ 0 h 6857999"/>
              <a:gd name="connsiteX8" fmla="*/ 12192000 w 12192000"/>
              <a:gd name="connsiteY8" fmla="*/ 6857999 h 6857999"/>
              <a:gd name="connsiteX9" fmla="*/ 0 w 12192000"/>
              <a:gd name="connsiteY9" fmla="*/ 6857999 h 6857999"/>
              <a:gd name="connsiteX10" fmla="*/ 0 w 12192000"/>
              <a:gd name="connsiteY10" fmla="*/ 0 h 6857999"/>
              <a:gd name="connsiteX0" fmla="*/ 0 w 12192000"/>
              <a:gd name="connsiteY0" fmla="*/ 0 h 6857999"/>
              <a:gd name="connsiteX1" fmla="*/ 4786422 w 12192000"/>
              <a:gd name="connsiteY1" fmla="*/ 0 h 6857999"/>
              <a:gd name="connsiteX2" fmla="*/ 7050305 w 12192000"/>
              <a:gd name="connsiteY2" fmla="*/ 2025630 h 6857999"/>
              <a:gd name="connsiteX3" fmla="*/ 1830747 w 12192000"/>
              <a:gd name="connsiteY3" fmla="*/ 6856286 h 6857999"/>
              <a:gd name="connsiteX4" fmla="*/ 7050400 w 12192000"/>
              <a:gd name="connsiteY4" fmla="*/ 2025542 h 6857999"/>
              <a:gd name="connsiteX5" fmla="*/ 7050313 w 12192000"/>
              <a:gd name="connsiteY5" fmla="*/ 2025622 h 6857999"/>
              <a:gd name="connsiteX6" fmla="*/ 12192000 w 12192000"/>
              <a:gd name="connsiteY6" fmla="*/ 0 h 6857999"/>
              <a:gd name="connsiteX7" fmla="*/ 12192000 w 12192000"/>
              <a:gd name="connsiteY7" fmla="*/ 6857999 h 6857999"/>
              <a:gd name="connsiteX8" fmla="*/ 0 w 12192000"/>
              <a:gd name="connsiteY8" fmla="*/ 6857999 h 6857999"/>
              <a:gd name="connsiteX9" fmla="*/ 0 w 12192000"/>
              <a:gd name="connsiteY9" fmla="*/ 0 h 6857999"/>
              <a:gd name="connsiteX0" fmla="*/ 0 w 12192000"/>
              <a:gd name="connsiteY0" fmla="*/ 0 h 6857999"/>
              <a:gd name="connsiteX1" fmla="*/ 4786422 w 12192000"/>
              <a:gd name="connsiteY1" fmla="*/ 0 h 6857999"/>
              <a:gd name="connsiteX2" fmla="*/ 7050305 w 12192000"/>
              <a:gd name="connsiteY2" fmla="*/ 2025630 h 6857999"/>
              <a:gd name="connsiteX3" fmla="*/ 1830747 w 12192000"/>
              <a:gd name="connsiteY3" fmla="*/ 6856286 h 6857999"/>
              <a:gd name="connsiteX4" fmla="*/ 7050400 w 12192000"/>
              <a:gd name="connsiteY4" fmla="*/ 2025542 h 6857999"/>
              <a:gd name="connsiteX5" fmla="*/ 7050313 w 12192000"/>
              <a:gd name="connsiteY5" fmla="*/ 2025622 h 6857999"/>
              <a:gd name="connsiteX6" fmla="*/ 12192000 w 12192000"/>
              <a:gd name="connsiteY6" fmla="*/ 6857999 h 6857999"/>
              <a:gd name="connsiteX7" fmla="*/ 0 w 12192000"/>
              <a:gd name="connsiteY7" fmla="*/ 6857999 h 6857999"/>
              <a:gd name="connsiteX8" fmla="*/ 0 w 12192000"/>
              <a:gd name="connsiteY8" fmla="*/ 0 h 6857999"/>
              <a:gd name="connsiteX0" fmla="*/ 0 w 12382010"/>
              <a:gd name="connsiteY0" fmla="*/ 0 h 6857999"/>
              <a:gd name="connsiteX1" fmla="*/ 4786422 w 12382010"/>
              <a:gd name="connsiteY1" fmla="*/ 0 h 6857999"/>
              <a:gd name="connsiteX2" fmla="*/ 7050305 w 12382010"/>
              <a:gd name="connsiteY2" fmla="*/ 2025630 h 6857999"/>
              <a:gd name="connsiteX3" fmla="*/ 1830747 w 12382010"/>
              <a:gd name="connsiteY3" fmla="*/ 6856286 h 6857999"/>
              <a:gd name="connsiteX4" fmla="*/ 7050400 w 12382010"/>
              <a:gd name="connsiteY4" fmla="*/ 2025542 h 6857999"/>
              <a:gd name="connsiteX5" fmla="*/ 12192000 w 12382010"/>
              <a:gd name="connsiteY5" fmla="*/ 6857999 h 6857999"/>
              <a:gd name="connsiteX6" fmla="*/ 0 w 12382010"/>
              <a:gd name="connsiteY6" fmla="*/ 6857999 h 6857999"/>
              <a:gd name="connsiteX7" fmla="*/ 0 w 12382010"/>
              <a:gd name="connsiteY7" fmla="*/ 0 h 6857999"/>
              <a:gd name="connsiteX0" fmla="*/ 0 w 12192000"/>
              <a:gd name="connsiteY0" fmla="*/ 0 h 6857999"/>
              <a:gd name="connsiteX1" fmla="*/ 4786422 w 12192000"/>
              <a:gd name="connsiteY1" fmla="*/ 0 h 6857999"/>
              <a:gd name="connsiteX2" fmla="*/ 7050305 w 12192000"/>
              <a:gd name="connsiteY2" fmla="*/ 2025630 h 6857999"/>
              <a:gd name="connsiteX3" fmla="*/ 1830747 w 12192000"/>
              <a:gd name="connsiteY3" fmla="*/ 6856286 h 6857999"/>
              <a:gd name="connsiteX4" fmla="*/ 12192000 w 12192000"/>
              <a:gd name="connsiteY4" fmla="*/ 6857999 h 6857999"/>
              <a:gd name="connsiteX5" fmla="*/ 0 w 12192000"/>
              <a:gd name="connsiteY5" fmla="*/ 6857999 h 6857999"/>
              <a:gd name="connsiteX6" fmla="*/ 0 w 12192000"/>
              <a:gd name="connsiteY6" fmla="*/ 0 h 6857999"/>
              <a:gd name="connsiteX0" fmla="*/ 0 w 7050305"/>
              <a:gd name="connsiteY0" fmla="*/ 0 h 6857999"/>
              <a:gd name="connsiteX1" fmla="*/ 4786422 w 7050305"/>
              <a:gd name="connsiteY1" fmla="*/ 0 h 6857999"/>
              <a:gd name="connsiteX2" fmla="*/ 7050305 w 7050305"/>
              <a:gd name="connsiteY2" fmla="*/ 2025630 h 6857999"/>
              <a:gd name="connsiteX3" fmla="*/ 1830747 w 7050305"/>
              <a:gd name="connsiteY3" fmla="*/ 6856286 h 6857999"/>
              <a:gd name="connsiteX4" fmla="*/ 0 w 7050305"/>
              <a:gd name="connsiteY4" fmla="*/ 6857999 h 6857999"/>
              <a:gd name="connsiteX5" fmla="*/ 0 w 7050305"/>
              <a:gd name="connsiteY5" fmla="*/ 0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050305" h="6857999">
                <a:moveTo>
                  <a:pt x="0" y="0"/>
                </a:moveTo>
                <a:lnTo>
                  <a:pt x="4786422" y="0"/>
                </a:lnTo>
                <a:lnTo>
                  <a:pt x="7050305" y="2025630"/>
                </a:lnTo>
                <a:lnTo>
                  <a:pt x="1830747" y="6856286"/>
                </a:lnTo>
                <a:lnTo>
                  <a:pt x="0" y="6857999"/>
                </a:lnTo>
                <a:lnTo>
                  <a:pt x="0" y="0"/>
                </a:lnTo>
                <a:close/>
              </a:path>
            </a:pathLst>
          </a:custGeom>
          <a:solidFill>
            <a:srgbClr val="ECECEB"/>
          </a:solidFill>
        </p:spPr>
        <p:txBody>
          <a:bodyPr wrap="square" lIns="457200" rIns="274320" bIns="914400" anchor="ctr">
            <a:noAutofit/>
          </a:bodyPr>
          <a:lstStyle>
            <a:lvl1pPr marL="0" indent="0" algn="ctr">
              <a:buNone/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icon, drag, or paste to add picture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2C5AC1-91CD-51D8-0165-CFACC2E285DF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white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6326100-8E68-4F02-B399-3B88E7B470D4}" type="datetime1">
              <a:rPr lang="en-US" smtClean="0"/>
              <a:t>12/15/2025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5FC28B1-54EB-A2F5-F426-DACD81E67F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white">
          <a:xfrm>
            <a:off x="1005840" y="6400800"/>
            <a:ext cx="1371600" cy="228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 2025–2027 Cognizant | Private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CD66ACF-9B2A-AD09-9479-57ECBF3500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white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8826FC0-333C-E549-9FA3-0EE43DF298A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B5A9C86-86C3-D910-D3B0-5EAA1DBF914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7448603" y="1536250"/>
            <a:ext cx="4297680" cy="1107996"/>
          </a:xfrm>
        </p:spPr>
        <p:txBody>
          <a:bodyPr wrap="square" anchor="ctr">
            <a:spAutoFit/>
          </a:bodyPr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add divider title</a:t>
            </a:r>
          </a:p>
        </p:txBody>
      </p:sp>
    </p:spTree>
    <p:extLst>
      <p:ext uri="{BB962C8B-B14F-4D97-AF65-F5344CB8AC3E}">
        <p14:creationId xmlns:p14="http://schemas.microsoft.com/office/powerpoint/2010/main" val="247099203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5 - gradient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A000023D-E955-5182-3282-0810B76F460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8749885" cy="6400800"/>
          </a:xfrm>
          <a:prstGeom prst="rect">
            <a:avLst/>
          </a:prstGeom>
        </p:spPr>
      </p:pic>
      <p:sp>
        <p:nvSpPr>
          <p:cNvPr id="43" name="Picture Placeholder 42">
            <a:extLst>
              <a:ext uri="{FF2B5EF4-FFF2-40B4-BE49-F238E27FC236}">
                <a16:creationId xmlns:a16="http://schemas.microsoft.com/office/drawing/2014/main" id="{EC842FEB-95BB-4FB4-3FA3-1E474B85B1F9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0" y="0"/>
            <a:ext cx="5706399" cy="6401387"/>
          </a:xfrm>
          <a:custGeom>
            <a:avLst/>
            <a:gdLst>
              <a:gd name="connsiteX0" fmla="*/ 2035486 w 5706399"/>
              <a:gd name="connsiteY0" fmla="*/ 6392186 h 6392243"/>
              <a:gd name="connsiteX1" fmla="*/ 2035518 w 5706399"/>
              <a:gd name="connsiteY1" fmla="*/ 6392243 h 6392243"/>
              <a:gd name="connsiteX2" fmla="*/ 2035471 w 5706399"/>
              <a:gd name="connsiteY2" fmla="*/ 6392201 h 6392243"/>
              <a:gd name="connsiteX3" fmla="*/ 2035426 w 5706399"/>
              <a:gd name="connsiteY3" fmla="*/ 6392243 h 6392243"/>
              <a:gd name="connsiteX4" fmla="*/ 2035456 w 5706399"/>
              <a:gd name="connsiteY4" fmla="*/ 6392193 h 6392243"/>
              <a:gd name="connsiteX5" fmla="*/ 2035486 w 5706399"/>
              <a:gd name="connsiteY5" fmla="*/ 6392186 h 6392243"/>
              <a:gd name="connsiteX6" fmla="*/ 5706399 w 5706399"/>
              <a:gd name="connsiteY6" fmla="*/ 0 h 6392243"/>
              <a:gd name="connsiteX7" fmla="*/ 2035473 w 5706399"/>
              <a:gd name="connsiteY7" fmla="*/ 6392162 h 6392243"/>
              <a:gd name="connsiteX8" fmla="*/ 0 w 5706399"/>
              <a:gd name="connsiteY8" fmla="*/ 2725968 h 6392243"/>
              <a:gd name="connsiteX9" fmla="*/ 226507 w 5706399"/>
              <a:gd name="connsiteY9" fmla="*/ 1936746 h 6392243"/>
              <a:gd name="connsiteX10" fmla="*/ 0 w 5706399"/>
              <a:gd name="connsiteY10" fmla="*/ 1936746 h 6392243"/>
              <a:gd name="connsiteX11" fmla="*/ 0 w 5706399"/>
              <a:gd name="connsiteY11" fmla="*/ 1 h 6392243"/>
              <a:gd name="connsiteX12" fmla="*/ 2377440 w 5706399"/>
              <a:gd name="connsiteY12" fmla="*/ 1 h 6392243"/>
              <a:gd name="connsiteX13" fmla="*/ 2377440 w 5706399"/>
              <a:gd name="connsiteY13" fmla="*/ 319372 h 6392243"/>
              <a:gd name="connsiteX0" fmla="*/ 2035486 w 5706399"/>
              <a:gd name="connsiteY0" fmla="*/ 6392186 h 6392243"/>
              <a:gd name="connsiteX1" fmla="*/ 2035518 w 5706399"/>
              <a:gd name="connsiteY1" fmla="*/ 6392243 h 6392243"/>
              <a:gd name="connsiteX2" fmla="*/ 2035471 w 5706399"/>
              <a:gd name="connsiteY2" fmla="*/ 6392201 h 6392243"/>
              <a:gd name="connsiteX3" fmla="*/ 2035426 w 5706399"/>
              <a:gd name="connsiteY3" fmla="*/ 6392243 h 6392243"/>
              <a:gd name="connsiteX4" fmla="*/ 2035456 w 5706399"/>
              <a:gd name="connsiteY4" fmla="*/ 6392193 h 6392243"/>
              <a:gd name="connsiteX5" fmla="*/ 2035486 w 5706399"/>
              <a:gd name="connsiteY5" fmla="*/ 6392186 h 6392243"/>
              <a:gd name="connsiteX6" fmla="*/ 5706399 w 5706399"/>
              <a:gd name="connsiteY6" fmla="*/ 0 h 6392243"/>
              <a:gd name="connsiteX7" fmla="*/ 2035473 w 5706399"/>
              <a:gd name="connsiteY7" fmla="*/ 6392162 h 6392243"/>
              <a:gd name="connsiteX8" fmla="*/ 0 w 5706399"/>
              <a:gd name="connsiteY8" fmla="*/ 2725968 h 6392243"/>
              <a:gd name="connsiteX9" fmla="*/ 226507 w 5706399"/>
              <a:gd name="connsiteY9" fmla="*/ 1936746 h 6392243"/>
              <a:gd name="connsiteX10" fmla="*/ 0 w 5706399"/>
              <a:gd name="connsiteY10" fmla="*/ 1936746 h 6392243"/>
              <a:gd name="connsiteX11" fmla="*/ 0 w 5706399"/>
              <a:gd name="connsiteY11" fmla="*/ 1 h 6392243"/>
              <a:gd name="connsiteX12" fmla="*/ 2377440 w 5706399"/>
              <a:gd name="connsiteY12" fmla="*/ 1 h 6392243"/>
              <a:gd name="connsiteX13" fmla="*/ 5706399 w 5706399"/>
              <a:gd name="connsiteY13" fmla="*/ 0 h 6392243"/>
              <a:gd name="connsiteX0" fmla="*/ 2035486 w 5706399"/>
              <a:gd name="connsiteY0" fmla="*/ 6392186 h 6392243"/>
              <a:gd name="connsiteX1" fmla="*/ 2035518 w 5706399"/>
              <a:gd name="connsiteY1" fmla="*/ 6392243 h 6392243"/>
              <a:gd name="connsiteX2" fmla="*/ 2035471 w 5706399"/>
              <a:gd name="connsiteY2" fmla="*/ 6392201 h 6392243"/>
              <a:gd name="connsiteX3" fmla="*/ 2035426 w 5706399"/>
              <a:gd name="connsiteY3" fmla="*/ 6392243 h 6392243"/>
              <a:gd name="connsiteX4" fmla="*/ 2035456 w 5706399"/>
              <a:gd name="connsiteY4" fmla="*/ 6392193 h 6392243"/>
              <a:gd name="connsiteX5" fmla="*/ 2035486 w 5706399"/>
              <a:gd name="connsiteY5" fmla="*/ 6392186 h 6392243"/>
              <a:gd name="connsiteX6" fmla="*/ 5706399 w 5706399"/>
              <a:gd name="connsiteY6" fmla="*/ 0 h 6392243"/>
              <a:gd name="connsiteX7" fmla="*/ 2035473 w 5706399"/>
              <a:gd name="connsiteY7" fmla="*/ 6392162 h 6392243"/>
              <a:gd name="connsiteX8" fmla="*/ 0 w 5706399"/>
              <a:gd name="connsiteY8" fmla="*/ 2725968 h 6392243"/>
              <a:gd name="connsiteX9" fmla="*/ 0 w 5706399"/>
              <a:gd name="connsiteY9" fmla="*/ 1936746 h 6392243"/>
              <a:gd name="connsiteX10" fmla="*/ 0 w 5706399"/>
              <a:gd name="connsiteY10" fmla="*/ 1 h 6392243"/>
              <a:gd name="connsiteX11" fmla="*/ 2377440 w 5706399"/>
              <a:gd name="connsiteY11" fmla="*/ 1 h 6392243"/>
              <a:gd name="connsiteX12" fmla="*/ 5706399 w 5706399"/>
              <a:gd name="connsiteY12" fmla="*/ 0 h 6392243"/>
              <a:gd name="connsiteX0" fmla="*/ 2035486 w 5706399"/>
              <a:gd name="connsiteY0" fmla="*/ 6392186 h 6392243"/>
              <a:gd name="connsiteX1" fmla="*/ 2035518 w 5706399"/>
              <a:gd name="connsiteY1" fmla="*/ 6392243 h 6392243"/>
              <a:gd name="connsiteX2" fmla="*/ 2035471 w 5706399"/>
              <a:gd name="connsiteY2" fmla="*/ 6392201 h 6392243"/>
              <a:gd name="connsiteX3" fmla="*/ 2035426 w 5706399"/>
              <a:gd name="connsiteY3" fmla="*/ 6392243 h 6392243"/>
              <a:gd name="connsiteX4" fmla="*/ 2035456 w 5706399"/>
              <a:gd name="connsiteY4" fmla="*/ 6392193 h 6392243"/>
              <a:gd name="connsiteX5" fmla="*/ 2035486 w 5706399"/>
              <a:gd name="connsiteY5" fmla="*/ 6392186 h 6392243"/>
              <a:gd name="connsiteX6" fmla="*/ 5706399 w 5706399"/>
              <a:gd name="connsiteY6" fmla="*/ 0 h 6392243"/>
              <a:gd name="connsiteX7" fmla="*/ 2035473 w 5706399"/>
              <a:gd name="connsiteY7" fmla="*/ 6392162 h 6392243"/>
              <a:gd name="connsiteX8" fmla="*/ 0 w 5706399"/>
              <a:gd name="connsiteY8" fmla="*/ 2725968 h 6392243"/>
              <a:gd name="connsiteX9" fmla="*/ 0 w 5706399"/>
              <a:gd name="connsiteY9" fmla="*/ 1 h 6392243"/>
              <a:gd name="connsiteX10" fmla="*/ 2377440 w 5706399"/>
              <a:gd name="connsiteY10" fmla="*/ 1 h 6392243"/>
              <a:gd name="connsiteX11" fmla="*/ 5706399 w 5706399"/>
              <a:gd name="connsiteY11" fmla="*/ 0 h 6392243"/>
              <a:gd name="connsiteX0" fmla="*/ 2035486 w 5706399"/>
              <a:gd name="connsiteY0" fmla="*/ 6392186 h 6392243"/>
              <a:gd name="connsiteX1" fmla="*/ 2035518 w 5706399"/>
              <a:gd name="connsiteY1" fmla="*/ 6392243 h 6392243"/>
              <a:gd name="connsiteX2" fmla="*/ 2035471 w 5706399"/>
              <a:gd name="connsiteY2" fmla="*/ 6392201 h 6392243"/>
              <a:gd name="connsiteX3" fmla="*/ 2035426 w 5706399"/>
              <a:gd name="connsiteY3" fmla="*/ 6392243 h 6392243"/>
              <a:gd name="connsiteX4" fmla="*/ 2035456 w 5706399"/>
              <a:gd name="connsiteY4" fmla="*/ 6392193 h 6392243"/>
              <a:gd name="connsiteX5" fmla="*/ 2035486 w 5706399"/>
              <a:gd name="connsiteY5" fmla="*/ 6392186 h 6392243"/>
              <a:gd name="connsiteX6" fmla="*/ 5706399 w 5706399"/>
              <a:gd name="connsiteY6" fmla="*/ 0 h 6392243"/>
              <a:gd name="connsiteX7" fmla="*/ 2035473 w 5706399"/>
              <a:gd name="connsiteY7" fmla="*/ 6392162 h 6392243"/>
              <a:gd name="connsiteX8" fmla="*/ 0 w 5706399"/>
              <a:gd name="connsiteY8" fmla="*/ 2725968 h 6392243"/>
              <a:gd name="connsiteX9" fmla="*/ 0 w 5706399"/>
              <a:gd name="connsiteY9" fmla="*/ 1 h 6392243"/>
              <a:gd name="connsiteX10" fmla="*/ 5706399 w 5706399"/>
              <a:gd name="connsiteY10" fmla="*/ 0 h 63922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706399" h="6392243">
                <a:moveTo>
                  <a:pt x="2035486" y="6392186"/>
                </a:moveTo>
                <a:lnTo>
                  <a:pt x="2035518" y="6392243"/>
                </a:lnTo>
                <a:cubicBezTo>
                  <a:pt x="2035502" y="6392229"/>
                  <a:pt x="2035487" y="6392215"/>
                  <a:pt x="2035471" y="6392201"/>
                </a:cubicBezTo>
                <a:lnTo>
                  <a:pt x="2035426" y="6392243"/>
                </a:lnTo>
                <a:cubicBezTo>
                  <a:pt x="2035436" y="6392226"/>
                  <a:pt x="2035446" y="6392210"/>
                  <a:pt x="2035456" y="6392193"/>
                </a:cubicBezTo>
                <a:cubicBezTo>
                  <a:pt x="2035466" y="6392191"/>
                  <a:pt x="2035476" y="6392188"/>
                  <a:pt x="2035486" y="6392186"/>
                </a:cubicBezTo>
                <a:close/>
                <a:moveTo>
                  <a:pt x="5706399" y="0"/>
                </a:moveTo>
                <a:lnTo>
                  <a:pt x="2035473" y="6392162"/>
                </a:lnTo>
                <a:lnTo>
                  <a:pt x="0" y="2725968"/>
                </a:lnTo>
                <a:lnTo>
                  <a:pt x="0" y="1"/>
                </a:lnTo>
                <a:lnTo>
                  <a:pt x="5706399" y="0"/>
                </a:lnTo>
                <a:close/>
              </a:path>
            </a:pathLst>
          </a:custGeom>
          <a:solidFill>
            <a:srgbClr val="ECECEB"/>
          </a:solidFill>
        </p:spPr>
        <p:txBody>
          <a:bodyPr wrap="square" rIns="731520" bIns="914400" anchor="ctr">
            <a:noAutofit/>
          </a:bodyPr>
          <a:lstStyle>
            <a:lvl1pPr marL="0" indent="0" algn="ctr">
              <a:buNone/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icon, drag, or paste to add picture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2C5AC1-91CD-51D8-0165-CFACC2E285DF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black"/>
        <p:txBody>
          <a:bodyPr/>
          <a:lstStyle/>
          <a:p>
            <a:fld id="{55249C45-EAEC-45FB-814D-E134EC1842E0}" type="datetime1">
              <a:rPr lang="en-US" smtClean="0"/>
              <a:t>12/15/2025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5FC28B1-54EB-A2F5-F426-DACD81E67F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black">
          <a:xfrm>
            <a:off x="1005840" y="6400800"/>
            <a:ext cx="1371600" cy="228600"/>
          </a:xfrm>
        </p:spPr>
        <p:txBody>
          <a:bodyPr/>
          <a:lstStyle/>
          <a:p>
            <a:r>
              <a:rPr lang="en-US"/>
              <a:t>© 2025–2027 Cognizant | Private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CD66ACF-9B2A-AD09-9479-57ECBF3500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black"/>
        <p:txBody>
          <a:bodyPr/>
          <a:lstStyle/>
          <a:p>
            <a:fld id="{38826FC0-333C-E549-9FA3-0EE43DF298A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4" name="Title 43">
            <a:extLst>
              <a:ext uri="{FF2B5EF4-FFF2-40B4-BE49-F238E27FC236}">
                <a16:creationId xmlns:a16="http://schemas.microsoft.com/office/drawing/2014/main" id="{B01F0658-A406-0A81-8740-42D0296493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07207" y="3429001"/>
            <a:ext cx="5627594" cy="1107996"/>
          </a:xfrm>
        </p:spPr>
        <p:txBody>
          <a:bodyPr>
            <a:spAutoFit/>
          </a:bodyPr>
          <a:lstStyle>
            <a:lvl1pPr>
              <a:defRPr sz="4000"/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divider title</a:t>
            </a:r>
          </a:p>
        </p:txBody>
      </p:sp>
    </p:spTree>
    <p:extLst>
      <p:ext uri="{BB962C8B-B14F-4D97-AF65-F5344CB8AC3E}">
        <p14:creationId xmlns:p14="http://schemas.microsoft.com/office/powerpoint/2010/main" val="324089221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5 - gradient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>
            <a:extLst>
              <a:ext uri="{FF2B5EF4-FFF2-40B4-BE49-F238E27FC236}">
                <a16:creationId xmlns:a16="http://schemas.microsoft.com/office/drawing/2014/main" id="{2409E97D-0361-7DD7-5A21-A33316BCCCD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8749885" cy="640080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2C5AC1-91CD-51D8-0165-CFACC2E285DF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black"/>
        <p:txBody>
          <a:bodyPr/>
          <a:lstStyle/>
          <a:p>
            <a:fld id="{67955E3E-CCD7-4353-A825-0638D9C7232E}" type="datetime1">
              <a:rPr lang="en-US" smtClean="0"/>
              <a:t>12/15/2025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5FC28B1-54EB-A2F5-F426-DACD81E67F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black">
          <a:xfrm>
            <a:off x="1005840" y="6400800"/>
            <a:ext cx="1371600" cy="228600"/>
          </a:xfrm>
        </p:spPr>
        <p:txBody>
          <a:bodyPr/>
          <a:lstStyle/>
          <a:p>
            <a:r>
              <a:rPr lang="en-US"/>
              <a:t>© 2025–2027 Cognizant | Private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CD66ACF-9B2A-AD09-9479-57ECBF3500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black"/>
        <p:txBody>
          <a:bodyPr/>
          <a:lstStyle/>
          <a:p>
            <a:fld id="{38826FC0-333C-E549-9FA3-0EE43DF298A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C783E89B-070C-A8F7-620B-402672D863BE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0" y="0"/>
            <a:ext cx="5706399" cy="6401387"/>
          </a:xfrm>
          <a:custGeom>
            <a:avLst/>
            <a:gdLst>
              <a:gd name="connsiteX0" fmla="*/ 2035486 w 5706399"/>
              <a:gd name="connsiteY0" fmla="*/ 6392186 h 6392243"/>
              <a:gd name="connsiteX1" fmla="*/ 2035518 w 5706399"/>
              <a:gd name="connsiteY1" fmla="*/ 6392243 h 6392243"/>
              <a:gd name="connsiteX2" fmla="*/ 2035471 w 5706399"/>
              <a:gd name="connsiteY2" fmla="*/ 6392201 h 6392243"/>
              <a:gd name="connsiteX3" fmla="*/ 2035426 w 5706399"/>
              <a:gd name="connsiteY3" fmla="*/ 6392243 h 6392243"/>
              <a:gd name="connsiteX4" fmla="*/ 2035456 w 5706399"/>
              <a:gd name="connsiteY4" fmla="*/ 6392193 h 6392243"/>
              <a:gd name="connsiteX5" fmla="*/ 2035486 w 5706399"/>
              <a:gd name="connsiteY5" fmla="*/ 6392186 h 6392243"/>
              <a:gd name="connsiteX6" fmla="*/ 5706399 w 5706399"/>
              <a:gd name="connsiteY6" fmla="*/ 0 h 6392243"/>
              <a:gd name="connsiteX7" fmla="*/ 2035473 w 5706399"/>
              <a:gd name="connsiteY7" fmla="*/ 6392162 h 6392243"/>
              <a:gd name="connsiteX8" fmla="*/ 0 w 5706399"/>
              <a:gd name="connsiteY8" fmla="*/ 2725968 h 6392243"/>
              <a:gd name="connsiteX9" fmla="*/ 226507 w 5706399"/>
              <a:gd name="connsiteY9" fmla="*/ 1936746 h 6392243"/>
              <a:gd name="connsiteX10" fmla="*/ 0 w 5706399"/>
              <a:gd name="connsiteY10" fmla="*/ 1936746 h 6392243"/>
              <a:gd name="connsiteX11" fmla="*/ 0 w 5706399"/>
              <a:gd name="connsiteY11" fmla="*/ 1 h 6392243"/>
              <a:gd name="connsiteX12" fmla="*/ 2377440 w 5706399"/>
              <a:gd name="connsiteY12" fmla="*/ 1 h 6392243"/>
              <a:gd name="connsiteX13" fmla="*/ 2377440 w 5706399"/>
              <a:gd name="connsiteY13" fmla="*/ 319372 h 6392243"/>
              <a:gd name="connsiteX0" fmla="*/ 2035486 w 5706399"/>
              <a:gd name="connsiteY0" fmla="*/ 6392186 h 6392243"/>
              <a:gd name="connsiteX1" fmla="*/ 2035518 w 5706399"/>
              <a:gd name="connsiteY1" fmla="*/ 6392243 h 6392243"/>
              <a:gd name="connsiteX2" fmla="*/ 2035471 w 5706399"/>
              <a:gd name="connsiteY2" fmla="*/ 6392201 h 6392243"/>
              <a:gd name="connsiteX3" fmla="*/ 2035426 w 5706399"/>
              <a:gd name="connsiteY3" fmla="*/ 6392243 h 6392243"/>
              <a:gd name="connsiteX4" fmla="*/ 2035456 w 5706399"/>
              <a:gd name="connsiteY4" fmla="*/ 6392193 h 6392243"/>
              <a:gd name="connsiteX5" fmla="*/ 2035486 w 5706399"/>
              <a:gd name="connsiteY5" fmla="*/ 6392186 h 6392243"/>
              <a:gd name="connsiteX6" fmla="*/ 5706399 w 5706399"/>
              <a:gd name="connsiteY6" fmla="*/ 0 h 6392243"/>
              <a:gd name="connsiteX7" fmla="*/ 2035473 w 5706399"/>
              <a:gd name="connsiteY7" fmla="*/ 6392162 h 6392243"/>
              <a:gd name="connsiteX8" fmla="*/ 0 w 5706399"/>
              <a:gd name="connsiteY8" fmla="*/ 2725968 h 6392243"/>
              <a:gd name="connsiteX9" fmla="*/ 226507 w 5706399"/>
              <a:gd name="connsiteY9" fmla="*/ 1936746 h 6392243"/>
              <a:gd name="connsiteX10" fmla="*/ 0 w 5706399"/>
              <a:gd name="connsiteY10" fmla="*/ 1936746 h 6392243"/>
              <a:gd name="connsiteX11" fmla="*/ 0 w 5706399"/>
              <a:gd name="connsiteY11" fmla="*/ 1 h 6392243"/>
              <a:gd name="connsiteX12" fmla="*/ 2377440 w 5706399"/>
              <a:gd name="connsiteY12" fmla="*/ 1 h 6392243"/>
              <a:gd name="connsiteX13" fmla="*/ 5706399 w 5706399"/>
              <a:gd name="connsiteY13" fmla="*/ 0 h 6392243"/>
              <a:gd name="connsiteX0" fmla="*/ 2035486 w 5706399"/>
              <a:gd name="connsiteY0" fmla="*/ 6392186 h 6392243"/>
              <a:gd name="connsiteX1" fmla="*/ 2035518 w 5706399"/>
              <a:gd name="connsiteY1" fmla="*/ 6392243 h 6392243"/>
              <a:gd name="connsiteX2" fmla="*/ 2035471 w 5706399"/>
              <a:gd name="connsiteY2" fmla="*/ 6392201 h 6392243"/>
              <a:gd name="connsiteX3" fmla="*/ 2035426 w 5706399"/>
              <a:gd name="connsiteY3" fmla="*/ 6392243 h 6392243"/>
              <a:gd name="connsiteX4" fmla="*/ 2035456 w 5706399"/>
              <a:gd name="connsiteY4" fmla="*/ 6392193 h 6392243"/>
              <a:gd name="connsiteX5" fmla="*/ 2035486 w 5706399"/>
              <a:gd name="connsiteY5" fmla="*/ 6392186 h 6392243"/>
              <a:gd name="connsiteX6" fmla="*/ 5706399 w 5706399"/>
              <a:gd name="connsiteY6" fmla="*/ 0 h 6392243"/>
              <a:gd name="connsiteX7" fmla="*/ 2035473 w 5706399"/>
              <a:gd name="connsiteY7" fmla="*/ 6392162 h 6392243"/>
              <a:gd name="connsiteX8" fmla="*/ 0 w 5706399"/>
              <a:gd name="connsiteY8" fmla="*/ 2725968 h 6392243"/>
              <a:gd name="connsiteX9" fmla="*/ 0 w 5706399"/>
              <a:gd name="connsiteY9" fmla="*/ 1936746 h 6392243"/>
              <a:gd name="connsiteX10" fmla="*/ 0 w 5706399"/>
              <a:gd name="connsiteY10" fmla="*/ 1 h 6392243"/>
              <a:gd name="connsiteX11" fmla="*/ 2377440 w 5706399"/>
              <a:gd name="connsiteY11" fmla="*/ 1 h 6392243"/>
              <a:gd name="connsiteX12" fmla="*/ 5706399 w 5706399"/>
              <a:gd name="connsiteY12" fmla="*/ 0 h 6392243"/>
              <a:gd name="connsiteX0" fmla="*/ 2035486 w 5706399"/>
              <a:gd name="connsiteY0" fmla="*/ 6392186 h 6392243"/>
              <a:gd name="connsiteX1" fmla="*/ 2035518 w 5706399"/>
              <a:gd name="connsiteY1" fmla="*/ 6392243 h 6392243"/>
              <a:gd name="connsiteX2" fmla="*/ 2035471 w 5706399"/>
              <a:gd name="connsiteY2" fmla="*/ 6392201 h 6392243"/>
              <a:gd name="connsiteX3" fmla="*/ 2035426 w 5706399"/>
              <a:gd name="connsiteY3" fmla="*/ 6392243 h 6392243"/>
              <a:gd name="connsiteX4" fmla="*/ 2035456 w 5706399"/>
              <a:gd name="connsiteY4" fmla="*/ 6392193 h 6392243"/>
              <a:gd name="connsiteX5" fmla="*/ 2035486 w 5706399"/>
              <a:gd name="connsiteY5" fmla="*/ 6392186 h 6392243"/>
              <a:gd name="connsiteX6" fmla="*/ 5706399 w 5706399"/>
              <a:gd name="connsiteY6" fmla="*/ 0 h 6392243"/>
              <a:gd name="connsiteX7" fmla="*/ 2035473 w 5706399"/>
              <a:gd name="connsiteY7" fmla="*/ 6392162 h 6392243"/>
              <a:gd name="connsiteX8" fmla="*/ 0 w 5706399"/>
              <a:gd name="connsiteY8" fmla="*/ 2725968 h 6392243"/>
              <a:gd name="connsiteX9" fmla="*/ 0 w 5706399"/>
              <a:gd name="connsiteY9" fmla="*/ 1 h 6392243"/>
              <a:gd name="connsiteX10" fmla="*/ 2377440 w 5706399"/>
              <a:gd name="connsiteY10" fmla="*/ 1 h 6392243"/>
              <a:gd name="connsiteX11" fmla="*/ 5706399 w 5706399"/>
              <a:gd name="connsiteY11" fmla="*/ 0 h 6392243"/>
              <a:gd name="connsiteX0" fmla="*/ 2035486 w 5706399"/>
              <a:gd name="connsiteY0" fmla="*/ 6392186 h 6392243"/>
              <a:gd name="connsiteX1" fmla="*/ 2035518 w 5706399"/>
              <a:gd name="connsiteY1" fmla="*/ 6392243 h 6392243"/>
              <a:gd name="connsiteX2" fmla="*/ 2035471 w 5706399"/>
              <a:gd name="connsiteY2" fmla="*/ 6392201 h 6392243"/>
              <a:gd name="connsiteX3" fmla="*/ 2035426 w 5706399"/>
              <a:gd name="connsiteY3" fmla="*/ 6392243 h 6392243"/>
              <a:gd name="connsiteX4" fmla="*/ 2035456 w 5706399"/>
              <a:gd name="connsiteY4" fmla="*/ 6392193 h 6392243"/>
              <a:gd name="connsiteX5" fmla="*/ 2035486 w 5706399"/>
              <a:gd name="connsiteY5" fmla="*/ 6392186 h 6392243"/>
              <a:gd name="connsiteX6" fmla="*/ 5706399 w 5706399"/>
              <a:gd name="connsiteY6" fmla="*/ 0 h 6392243"/>
              <a:gd name="connsiteX7" fmla="*/ 2035473 w 5706399"/>
              <a:gd name="connsiteY7" fmla="*/ 6392162 h 6392243"/>
              <a:gd name="connsiteX8" fmla="*/ 0 w 5706399"/>
              <a:gd name="connsiteY8" fmla="*/ 2725968 h 6392243"/>
              <a:gd name="connsiteX9" fmla="*/ 0 w 5706399"/>
              <a:gd name="connsiteY9" fmla="*/ 1 h 6392243"/>
              <a:gd name="connsiteX10" fmla="*/ 5706399 w 5706399"/>
              <a:gd name="connsiteY10" fmla="*/ 0 h 63922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706399" h="6392243">
                <a:moveTo>
                  <a:pt x="2035486" y="6392186"/>
                </a:moveTo>
                <a:lnTo>
                  <a:pt x="2035518" y="6392243"/>
                </a:lnTo>
                <a:cubicBezTo>
                  <a:pt x="2035502" y="6392229"/>
                  <a:pt x="2035487" y="6392215"/>
                  <a:pt x="2035471" y="6392201"/>
                </a:cubicBezTo>
                <a:lnTo>
                  <a:pt x="2035426" y="6392243"/>
                </a:lnTo>
                <a:cubicBezTo>
                  <a:pt x="2035436" y="6392226"/>
                  <a:pt x="2035446" y="6392210"/>
                  <a:pt x="2035456" y="6392193"/>
                </a:cubicBezTo>
                <a:cubicBezTo>
                  <a:pt x="2035466" y="6392191"/>
                  <a:pt x="2035476" y="6392188"/>
                  <a:pt x="2035486" y="6392186"/>
                </a:cubicBezTo>
                <a:close/>
                <a:moveTo>
                  <a:pt x="5706399" y="0"/>
                </a:moveTo>
                <a:lnTo>
                  <a:pt x="2035473" y="6392162"/>
                </a:lnTo>
                <a:lnTo>
                  <a:pt x="0" y="2725968"/>
                </a:lnTo>
                <a:lnTo>
                  <a:pt x="0" y="1"/>
                </a:lnTo>
                <a:lnTo>
                  <a:pt x="5706399" y="0"/>
                </a:lnTo>
                <a:close/>
              </a:path>
            </a:pathLst>
          </a:custGeom>
          <a:solidFill>
            <a:srgbClr val="ECECEB"/>
          </a:solidFill>
        </p:spPr>
        <p:txBody>
          <a:bodyPr wrap="square" rIns="731520" bIns="914400" anchor="ctr">
            <a:noAutofit/>
          </a:bodyPr>
          <a:lstStyle>
            <a:lvl1pPr marL="0" indent="0" algn="ctr">
              <a:buNone/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icon, drag, or paste to add picture</a:t>
            </a:r>
          </a:p>
        </p:txBody>
      </p:sp>
      <p:sp>
        <p:nvSpPr>
          <p:cNvPr id="3" name="Title 43">
            <a:extLst>
              <a:ext uri="{FF2B5EF4-FFF2-40B4-BE49-F238E27FC236}">
                <a16:creationId xmlns:a16="http://schemas.microsoft.com/office/drawing/2014/main" id="{6F701354-590A-2F87-01D8-E966A92E9AC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07207" y="3429001"/>
            <a:ext cx="5627594" cy="1107996"/>
          </a:xfrm>
        </p:spPr>
        <p:txBody>
          <a:bodyPr>
            <a:spAutoFit/>
          </a:bodyPr>
          <a:lstStyle>
            <a:lvl1pPr>
              <a:defRPr sz="4000"/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divider title</a:t>
            </a:r>
          </a:p>
        </p:txBody>
      </p:sp>
    </p:spTree>
    <p:extLst>
      <p:ext uri="{BB962C8B-B14F-4D97-AF65-F5344CB8AC3E}">
        <p14:creationId xmlns:p14="http://schemas.microsoft.com/office/powerpoint/2010/main" val="367594652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5 - gradient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>
            <a:extLst>
              <a:ext uri="{FF2B5EF4-FFF2-40B4-BE49-F238E27FC236}">
                <a16:creationId xmlns:a16="http://schemas.microsoft.com/office/drawing/2014/main" id="{14C4F196-D7A9-ED2E-C141-813614D36A3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8749885" cy="640080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2C5AC1-91CD-51D8-0165-CFACC2E285DF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black"/>
        <p:txBody>
          <a:bodyPr/>
          <a:lstStyle/>
          <a:p>
            <a:fld id="{2BAE0831-E050-4FDF-9152-38FA09020E12}" type="datetime1">
              <a:rPr lang="en-US" smtClean="0"/>
              <a:t>12/15/2025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5FC28B1-54EB-A2F5-F426-DACD81E67F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black">
          <a:xfrm>
            <a:off x="1005840" y="6400800"/>
            <a:ext cx="1371600" cy="228600"/>
          </a:xfrm>
        </p:spPr>
        <p:txBody>
          <a:bodyPr/>
          <a:lstStyle/>
          <a:p>
            <a:r>
              <a:rPr lang="en-US"/>
              <a:t>© 2025–2027 Cognizant | Private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CD66ACF-9B2A-AD09-9479-57ECBF3500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black"/>
        <p:txBody>
          <a:bodyPr/>
          <a:lstStyle/>
          <a:p>
            <a:fld id="{38826FC0-333C-E549-9FA3-0EE43DF298A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4C31AD8D-BE37-52EE-F12C-2DD4458EFD1C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0" y="0"/>
            <a:ext cx="5706399" cy="6401387"/>
          </a:xfrm>
          <a:custGeom>
            <a:avLst/>
            <a:gdLst>
              <a:gd name="connsiteX0" fmla="*/ 2035486 w 5706399"/>
              <a:gd name="connsiteY0" fmla="*/ 6392186 h 6392243"/>
              <a:gd name="connsiteX1" fmla="*/ 2035518 w 5706399"/>
              <a:gd name="connsiteY1" fmla="*/ 6392243 h 6392243"/>
              <a:gd name="connsiteX2" fmla="*/ 2035471 w 5706399"/>
              <a:gd name="connsiteY2" fmla="*/ 6392201 h 6392243"/>
              <a:gd name="connsiteX3" fmla="*/ 2035426 w 5706399"/>
              <a:gd name="connsiteY3" fmla="*/ 6392243 h 6392243"/>
              <a:gd name="connsiteX4" fmla="*/ 2035456 w 5706399"/>
              <a:gd name="connsiteY4" fmla="*/ 6392193 h 6392243"/>
              <a:gd name="connsiteX5" fmla="*/ 2035486 w 5706399"/>
              <a:gd name="connsiteY5" fmla="*/ 6392186 h 6392243"/>
              <a:gd name="connsiteX6" fmla="*/ 5706399 w 5706399"/>
              <a:gd name="connsiteY6" fmla="*/ 0 h 6392243"/>
              <a:gd name="connsiteX7" fmla="*/ 2035473 w 5706399"/>
              <a:gd name="connsiteY7" fmla="*/ 6392162 h 6392243"/>
              <a:gd name="connsiteX8" fmla="*/ 0 w 5706399"/>
              <a:gd name="connsiteY8" fmla="*/ 2725968 h 6392243"/>
              <a:gd name="connsiteX9" fmla="*/ 226507 w 5706399"/>
              <a:gd name="connsiteY9" fmla="*/ 1936746 h 6392243"/>
              <a:gd name="connsiteX10" fmla="*/ 0 w 5706399"/>
              <a:gd name="connsiteY10" fmla="*/ 1936746 h 6392243"/>
              <a:gd name="connsiteX11" fmla="*/ 0 w 5706399"/>
              <a:gd name="connsiteY11" fmla="*/ 1 h 6392243"/>
              <a:gd name="connsiteX12" fmla="*/ 2377440 w 5706399"/>
              <a:gd name="connsiteY12" fmla="*/ 1 h 6392243"/>
              <a:gd name="connsiteX13" fmla="*/ 2377440 w 5706399"/>
              <a:gd name="connsiteY13" fmla="*/ 319372 h 6392243"/>
              <a:gd name="connsiteX0" fmla="*/ 2035486 w 5706399"/>
              <a:gd name="connsiteY0" fmla="*/ 6392186 h 6392243"/>
              <a:gd name="connsiteX1" fmla="*/ 2035518 w 5706399"/>
              <a:gd name="connsiteY1" fmla="*/ 6392243 h 6392243"/>
              <a:gd name="connsiteX2" fmla="*/ 2035471 w 5706399"/>
              <a:gd name="connsiteY2" fmla="*/ 6392201 h 6392243"/>
              <a:gd name="connsiteX3" fmla="*/ 2035426 w 5706399"/>
              <a:gd name="connsiteY3" fmla="*/ 6392243 h 6392243"/>
              <a:gd name="connsiteX4" fmla="*/ 2035456 w 5706399"/>
              <a:gd name="connsiteY4" fmla="*/ 6392193 h 6392243"/>
              <a:gd name="connsiteX5" fmla="*/ 2035486 w 5706399"/>
              <a:gd name="connsiteY5" fmla="*/ 6392186 h 6392243"/>
              <a:gd name="connsiteX6" fmla="*/ 5706399 w 5706399"/>
              <a:gd name="connsiteY6" fmla="*/ 0 h 6392243"/>
              <a:gd name="connsiteX7" fmla="*/ 2035473 w 5706399"/>
              <a:gd name="connsiteY7" fmla="*/ 6392162 h 6392243"/>
              <a:gd name="connsiteX8" fmla="*/ 0 w 5706399"/>
              <a:gd name="connsiteY8" fmla="*/ 2725968 h 6392243"/>
              <a:gd name="connsiteX9" fmla="*/ 226507 w 5706399"/>
              <a:gd name="connsiteY9" fmla="*/ 1936746 h 6392243"/>
              <a:gd name="connsiteX10" fmla="*/ 0 w 5706399"/>
              <a:gd name="connsiteY10" fmla="*/ 1936746 h 6392243"/>
              <a:gd name="connsiteX11" fmla="*/ 0 w 5706399"/>
              <a:gd name="connsiteY11" fmla="*/ 1 h 6392243"/>
              <a:gd name="connsiteX12" fmla="*/ 2377440 w 5706399"/>
              <a:gd name="connsiteY12" fmla="*/ 1 h 6392243"/>
              <a:gd name="connsiteX13" fmla="*/ 5706399 w 5706399"/>
              <a:gd name="connsiteY13" fmla="*/ 0 h 6392243"/>
              <a:gd name="connsiteX0" fmla="*/ 2035486 w 5706399"/>
              <a:gd name="connsiteY0" fmla="*/ 6392186 h 6392243"/>
              <a:gd name="connsiteX1" fmla="*/ 2035518 w 5706399"/>
              <a:gd name="connsiteY1" fmla="*/ 6392243 h 6392243"/>
              <a:gd name="connsiteX2" fmla="*/ 2035471 w 5706399"/>
              <a:gd name="connsiteY2" fmla="*/ 6392201 h 6392243"/>
              <a:gd name="connsiteX3" fmla="*/ 2035426 w 5706399"/>
              <a:gd name="connsiteY3" fmla="*/ 6392243 h 6392243"/>
              <a:gd name="connsiteX4" fmla="*/ 2035456 w 5706399"/>
              <a:gd name="connsiteY4" fmla="*/ 6392193 h 6392243"/>
              <a:gd name="connsiteX5" fmla="*/ 2035486 w 5706399"/>
              <a:gd name="connsiteY5" fmla="*/ 6392186 h 6392243"/>
              <a:gd name="connsiteX6" fmla="*/ 5706399 w 5706399"/>
              <a:gd name="connsiteY6" fmla="*/ 0 h 6392243"/>
              <a:gd name="connsiteX7" fmla="*/ 2035473 w 5706399"/>
              <a:gd name="connsiteY7" fmla="*/ 6392162 h 6392243"/>
              <a:gd name="connsiteX8" fmla="*/ 0 w 5706399"/>
              <a:gd name="connsiteY8" fmla="*/ 2725968 h 6392243"/>
              <a:gd name="connsiteX9" fmla="*/ 0 w 5706399"/>
              <a:gd name="connsiteY9" fmla="*/ 1936746 h 6392243"/>
              <a:gd name="connsiteX10" fmla="*/ 0 w 5706399"/>
              <a:gd name="connsiteY10" fmla="*/ 1 h 6392243"/>
              <a:gd name="connsiteX11" fmla="*/ 2377440 w 5706399"/>
              <a:gd name="connsiteY11" fmla="*/ 1 h 6392243"/>
              <a:gd name="connsiteX12" fmla="*/ 5706399 w 5706399"/>
              <a:gd name="connsiteY12" fmla="*/ 0 h 6392243"/>
              <a:gd name="connsiteX0" fmla="*/ 2035486 w 5706399"/>
              <a:gd name="connsiteY0" fmla="*/ 6392186 h 6392243"/>
              <a:gd name="connsiteX1" fmla="*/ 2035518 w 5706399"/>
              <a:gd name="connsiteY1" fmla="*/ 6392243 h 6392243"/>
              <a:gd name="connsiteX2" fmla="*/ 2035471 w 5706399"/>
              <a:gd name="connsiteY2" fmla="*/ 6392201 h 6392243"/>
              <a:gd name="connsiteX3" fmla="*/ 2035426 w 5706399"/>
              <a:gd name="connsiteY3" fmla="*/ 6392243 h 6392243"/>
              <a:gd name="connsiteX4" fmla="*/ 2035456 w 5706399"/>
              <a:gd name="connsiteY4" fmla="*/ 6392193 h 6392243"/>
              <a:gd name="connsiteX5" fmla="*/ 2035486 w 5706399"/>
              <a:gd name="connsiteY5" fmla="*/ 6392186 h 6392243"/>
              <a:gd name="connsiteX6" fmla="*/ 5706399 w 5706399"/>
              <a:gd name="connsiteY6" fmla="*/ 0 h 6392243"/>
              <a:gd name="connsiteX7" fmla="*/ 2035473 w 5706399"/>
              <a:gd name="connsiteY7" fmla="*/ 6392162 h 6392243"/>
              <a:gd name="connsiteX8" fmla="*/ 0 w 5706399"/>
              <a:gd name="connsiteY8" fmla="*/ 2725968 h 6392243"/>
              <a:gd name="connsiteX9" fmla="*/ 0 w 5706399"/>
              <a:gd name="connsiteY9" fmla="*/ 1 h 6392243"/>
              <a:gd name="connsiteX10" fmla="*/ 2377440 w 5706399"/>
              <a:gd name="connsiteY10" fmla="*/ 1 h 6392243"/>
              <a:gd name="connsiteX11" fmla="*/ 5706399 w 5706399"/>
              <a:gd name="connsiteY11" fmla="*/ 0 h 6392243"/>
              <a:gd name="connsiteX0" fmla="*/ 2035486 w 5706399"/>
              <a:gd name="connsiteY0" fmla="*/ 6392186 h 6392243"/>
              <a:gd name="connsiteX1" fmla="*/ 2035518 w 5706399"/>
              <a:gd name="connsiteY1" fmla="*/ 6392243 h 6392243"/>
              <a:gd name="connsiteX2" fmla="*/ 2035471 w 5706399"/>
              <a:gd name="connsiteY2" fmla="*/ 6392201 h 6392243"/>
              <a:gd name="connsiteX3" fmla="*/ 2035426 w 5706399"/>
              <a:gd name="connsiteY3" fmla="*/ 6392243 h 6392243"/>
              <a:gd name="connsiteX4" fmla="*/ 2035456 w 5706399"/>
              <a:gd name="connsiteY4" fmla="*/ 6392193 h 6392243"/>
              <a:gd name="connsiteX5" fmla="*/ 2035486 w 5706399"/>
              <a:gd name="connsiteY5" fmla="*/ 6392186 h 6392243"/>
              <a:gd name="connsiteX6" fmla="*/ 5706399 w 5706399"/>
              <a:gd name="connsiteY6" fmla="*/ 0 h 6392243"/>
              <a:gd name="connsiteX7" fmla="*/ 2035473 w 5706399"/>
              <a:gd name="connsiteY7" fmla="*/ 6392162 h 6392243"/>
              <a:gd name="connsiteX8" fmla="*/ 0 w 5706399"/>
              <a:gd name="connsiteY8" fmla="*/ 2725968 h 6392243"/>
              <a:gd name="connsiteX9" fmla="*/ 0 w 5706399"/>
              <a:gd name="connsiteY9" fmla="*/ 1 h 6392243"/>
              <a:gd name="connsiteX10" fmla="*/ 5706399 w 5706399"/>
              <a:gd name="connsiteY10" fmla="*/ 0 h 63922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706399" h="6392243">
                <a:moveTo>
                  <a:pt x="2035486" y="6392186"/>
                </a:moveTo>
                <a:lnTo>
                  <a:pt x="2035518" y="6392243"/>
                </a:lnTo>
                <a:cubicBezTo>
                  <a:pt x="2035502" y="6392229"/>
                  <a:pt x="2035487" y="6392215"/>
                  <a:pt x="2035471" y="6392201"/>
                </a:cubicBezTo>
                <a:lnTo>
                  <a:pt x="2035426" y="6392243"/>
                </a:lnTo>
                <a:cubicBezTo>
                  <a:pt x="2035436" y="6392226"/>
                  <a:pt x="2035446" y="6392210"/>
                  <a:pt x="2035456" y="6392193"/>
                </a:cubicBezTo>
                <a:cubicBezTo>
                  <a:pt x="2035466" y="6392191"/>
                  <a:pt x="2035476" y="6392188"/>
                  <a:pt x="2035486" y="6392186"/>
                </a:cubicBezTo>
                <a:close/>
                <a:moveTo>
                  <a:pt x="5706399" y="0"/>
                </a:moveTo>
                <a:lnTo>
                  <a:pt x="2035473" y="6392162"/>
                </a:lnTo>
                <a:lnTo>
                  <a:pt x="0" y="2725968"/>
                </a:lnTo>
                <a:lnTo>
                  <a:pt x="0" y="1"/>
                </a:lnTo>
                <a:lnTo>
                  <a:pt x="5706399" y="0"/>
                </a:lnTo>
                <a:close/>
              </a:path>
            </a:pathLst>
          </a:custGeom>
          <a:solidFill>
            <a:srgbClr val="ECECEB"/>
          </a:solidFill>
        </p:spPr>
        <p:txBody>
          <a:bodyPr wrap="square" rIns="731520" bIns="914400" anchor="ctr">
            <a:noAutofit/>
          </a:bodyPr>
          <a:lstStyle>
            <a:lvl1pPr marL="0" indent="0" algn="ctr">
              <a:buNone/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icon, drag, or paste to add picture</a:t>
            </a:r>
          </a:p>
        </p:txBody>
      </p:sp>
      <p:sp>
        <p:nvSpPr>
          <p:cNvPr id="3" name="Title 43">
            <a:extLst>
              <a:ext uri="{FF2B5EF4-FFF2-40B4-BE49-F238E27FC236}">
                <a16:creationId xmlns:a16="http://schemas.microsoft.com/office/drawing/2014/main" id="{142A0D92-C0EF-2935-ECF6-3D38467DA7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07207" y="3429001"/>
            <a:ext cx="5627594" cy="1107996"/>
          </a:xfrm>
        </p:spPr>
        <p:txBody>
          <a:bodyPr>
            <a:spAutoFit/>
          </a:bodyPr>
          <a:lstStyle>
            <a:lvl1pPr>
              <a:defRPr sz="4000"/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divider title</a:t>
            </a:r>
          </a:p>
        </p:txBody>
      </p:sp>
    </p:spTree>
    <p:extLst>
      <p:ext uri="{BB962C8B-B14F-4D97-AF65-F5344CB8AC3E}">
        <p14:creationId xmlns:p14="http://schemas.microsoft.com/office/powerpoint/2010/main" val="17671935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">
    <p:bg>
      <p:bgPr>
        <a:solidFill>
          <a:schemeClr val="accent6">
            <a:lumMod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E16FD177-B563-EFF3-1BBA-DFAD35B66ED2}"/>
              </a:ext>
            </a:extLst>
          </p:cNvPr>
          <p:cNvSpPr txBox="1"/>
          <p:nvPr/>
        </p:nvSpPr>
        <p:spPr>
          <a:xfrm>
            <a:off x="951966" y="2407183"/>
            <a:ext cx="10288073" cy="2043636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6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rPr>
              <a:t>CONTENT</a:t>
            </a:r>
            <a:endParaRPr kumimoji="0" lang="en-US" sz="7200" b="0" i="1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22266961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976F8A-83B2-A500-1463-2D0DF114089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244545"/>
            <a:ext cx="11277600" cy="332399"/>
          </a:xfrm>
        </p:spPr>
        <p:txBody>
          <a:bodyPr/>
          <a:lstStyle/>
          <a:p>
            <a:r>
              <a:rPr lang="en-US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A1FC49-269C-AAA4-005C-C327B0F1BCD0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2nd level text</a:t>
            </a:r>
          </a:p>
          <a:p>
            <a:pPr lvl="2"/>
            <a:r>
              <a:rPr lang="en-US"/>
              <a:t>3rd level text</a:t>
            </a:r>
          </a:p>
          <a:p>
            <a:pPr lvl="3"/>
            <a:r>
              <a:rPr lang="en-US"/>
              <a:t>4th level text</a:t>
            </a:r>
          </a:p>
          <a:p>
            <a:pPr lvl="4"/>
            <a:r>
              <a:rPr lang="en-US"/>
              <a:t>5th level text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3DA6F676-1432-9BD5-293D-3B121AF2F0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E8A79D-101F-420C-8FD0-18A2FB37CA0A}" type="datetime1">
              <a:rPr lang="en-US" smtClean="0"/>
              <a:t>12/15/2025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0C8C277-B1F1-8DA5-6AF5-ACB3ECF2B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2025–2027 Cognizant | Private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80F779E1-4E24-F611-3CF0-B2C64B1350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826FC0-333C-E549-9FA3-0EE43DF298A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367113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er head, sub head, footnote - Super head, sub head, footnote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976F8A-83B2-A500-1463-2D0DF114089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457200"/>
            <a:ext cx="11277600" cy="332399"/>
          </a:xfrm>
        </p:spPr>
        <p:txBody>
          <a:bodyPr/>
          <a:lstStyle/>
          <a:p>
            <a:r>
              <a:rPr lang="en-US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A1FC49-269C-AAA4-005C-C327B0F1BCD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7200" y="1447800"/>
            <a:ext cx="7518400" cy="4297680"/>
          </a:xfrm>
        </p:spPr>
        <p:txBody>
          <a:bodyPr/>
          <a:lstStyle/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2nd level text</a:t>
            </a:r>
          </a:p>
          <a:p>
            <a:pPr lvl="2"/>
            <a:r>
              <a:rPr lang="en-US"/>
              <a:t>3rd level text</a:t>
            </a:r>
          </a:p>
          <a:p>
            <a:pPr lvl="3"/>
            <a:r>
              <a:rPr lang="en-US"/>
              <a:t>4th level text</a:t>
            </a:r>
          </a:p>
          <a:p>
            <a:pPr lvl="4"/>
            <a:r>
              <a:rPr lang="en-US"/>
              <a:t>5th level text</a:t>
            </a: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EDCB0FDA-E923-182E-F7E1-D663EE4D60C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7200" y="228600"/>
            <a:ext cx="11277600" cy="163956"/>
          </a:xfrm>
        </p:spPr>
        <p:txBody>
          <a:bodyPr anchor="b">
            <a:spAutoFit/>
          </a:bodyPr>
          <a:lstStyle>
            <a:lvl1pPr marL="0" indent="0">
              <a:buNone/>
              <a:defRPr sz="105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Super head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D4F1D73-B5B0-2DD9-9E22-084F619A116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822960"/>
            <a:ext cx="11277600" cy="281039"/>
          </a:xfrm>
        </p:spPr>
        <p:txBody>
          <a:bodyPr anchor="t">
            <a:sp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8B225166-D739-CEC1-F817-8B08A1CA46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57200" y="5947090"/>
            <a:ext cx="7518400" cy="124906"/>
          </a:xfrm>
        </p:spPr>
        <p:txBody>
          <a:bodyPr wrap="square" anchor="t" anchorCtr="0">
            <a:spAutoFit/>
          </a:bodyPr>
          <a:lstStyle>
            <a:lvl1pPr marL="0" indent="0">
              <a:buNone/>
              <a:defRPr sz="800">
                <a:solidFill>
                  <a:schemeClr val="accent6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/>
              <a:t>Insert source or footnote here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BB09AAF3-3252-489D-5FB0-6293AC9FF0F1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EB44EE91-8574-48D8-B923-DF1581FB54FF}" type="datetime1">
              <a:rPr lang="en-US" smtClean="0"/>
              <a:t>12/15/2025</a:t>
            </a:fld>
            <a:endParaRPr lang="en-US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0D47B63B-3488-B9A8-9702-4FB8F539BC94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© 2025–2027 Cognizant | Private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1BA67573-B992-F2E1-F4A6-9434D3134383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38826FC0-333C-E549-9FA3-0EE43DF298A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090987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o not remove" hidden="1">
            <a:extLst>
              <a:ext uri="{FF2B5EF4-FFF2-40B4-BE49-F238E27FC236}">
                <a16:creationId xmlns:a16="http://schemas.microsoft.com/office/drawing/2014/main" id="{AE93934B-F4CE-AD9A-35D6-CC331792B5C3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CA3A05-DC05-1CC5-ED65-5734138EE8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add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4022F7E-4713-F54B-0D06-50B8F50807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E833DD-640F-4071-8546-0DBA6D80ACC0}" type="datetime1">
              <a:rPr lang="en-US" smtClean="0"/>
              <a:t>12/15/2025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800DDDC-1A7E-DB83-3DF7-C1422F0007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2025–2027 Cognizant | Private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CBA0657-9DC2-4B9A-96F7-59E8C05D92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826FC0-333C-E549-9FA3-0EE43DF298A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063215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2A86AB16-C89B-C286-D054-A2D5DB5C46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-357975"/>
            <a:ext cx="11277600" cy="193899"/>
          </a:xfrm>
        </p:spPr>
        <p:txBody>
          <a:bodyPr anchor="b" anchorCtr="0"/>
          <a:lstStyle>
            <a:lvl1pPr>
              <a:defRPr sz="1400"/>
            </a:lvl1pPr>
          </a:lstStyle>
          <a:p>
            <a:r>
              <a:rPr lang="en-US"/>
              <a:t>Click to add title (for accessibility purposes)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82BD780-BD7C-D16D-9867-3767997FAF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9FB4B2-A6F3-4F04-8BEF-81896809039B}" type="datetime1">
              <a:rPr lang="en-US" smtClean="0"/>
              <a:t>12/15/2025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5ABA333-FF45-AB19-E8F1-74BC796D7D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2025–2027 Cognizant | Private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83C6AAA-8E03-CCE1-302E-C26D372E05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826FC0-333C-E549-9FA3-0EE43DF298A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584007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C40CFA-C95C-83CB-71E9-4274D942BC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457200"/>
            <a:ext cx="11277600" cy="332399"/>
          </a:xfrm>
        </p:spPr>
        <p:txBody>
          <a:bodyPr/>
          <a:lstStyle/>
          <a:p>
            <a:r>
              <a:rPr lang="en-US"/>
              <a:t>Click to add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BB040B-AA5C-6A8F-D56C-52A1535E2C6D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57199" y="1447800"/>
            <a:ext cx="5212080" cy="281103"/>
          </a:xfrm>
        </p:spPr>
        <p:txBody>
          <a:bodyPr anchor="b">
            <a:sp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1800" b="1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973171-3D9B-E0BE-A9C6-BFF552EC6163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57199" y="1943099"/>
            <a:ext cx="5212080" cy="3840480"/>
          </a:xfrm>
        </p:spPr>
        <p:txBody>
          <a:bodyPr/>
          <a:lstStyle/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2nd level text</a:t>
            </a:r>
          </a:p>
          <a:p>
            <a:pPr lvl="2"/>
            <a:r>
              <a:rPr lang="en-US"/>
              <a:t>3rd level text</a:t>
            </a:r>
          </a:p>
          <a:p>
            <a:pPr lvl="3"/>
            <a:r>
              <a:rPr lang="en-US"/>
              <a:t>4th level text</a:t>
            </a:r>
          </a:p>
          <a:p>
            <a:pPr lvl="4"/>
            <a:r>
              <a:rPr lang="en-US"/>
              <a:t>5th level text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3D4243E-50F7-E6A4-A28E-F299D4BD0477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522720" y="1447800"/>
            <a:ext cx="5183188" cy="281103"/>
          </a:xfrm>
        </p:spPr>
        <p:txBody>
          <a:bodyPr anchor="b">
            <a:sp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1800" b="1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9290F11-9C52-DB05-1E6C-9491409F37B3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522720" y="1943099"/>
            <a:ext cx="5212080" cy="384048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marL="182880" marR="0" lvl="0" indent="-18288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Click to add content</a:t>
            </a:r>
          </a:p>
          <a:p>
            <a:pPr lvl="1"/>
            <a:r>
              <a:rPr lang="en-US"/>
              <a:t>2nd level text</a:t>
            </a:r>
          </a:p>
          <a:p>
            <a:pPr lvl="2"/>
            <a:r>
              <a:rPr lang="en-US"/>
              <a:t>3rd level text</a:t>
            </a:r>
          </a:p>
          <a:p>
            <a:pPr lvl="3"/>
            <a:r>
              <a:rPr lang="en-US"/>
              <a:t>4th level text</a:t>
            </a:r>
          </a:p>
          <a:p>
            <a:pPr lvl="4"/>
            <a:r>
              <a:rPr lang="en-US"/>
              <a:t>5th level text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AC5B4FD-126E-C923-20FE-0F5752D73F74}"/>
              </a:ext>
            </a:extLst>
          </p:cNvPr>
          <p:cNvCxnSpPr>
            <a:cxnSpLocks/>
          </p:cNvCxnSpPr>
          <p:nvPr/>
        </p:nvCxnSpPr>
        <p:spPr>
          <a:xfrm>
            <a:off x="6096000" y="1444752"/>
            <a:ext cx="0" cy="4256088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3935A7ED-6F86-9D0C-DCB0-7B1E2AC527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03548-9AB9-4E82-A7C3-1C9D6A68FE03}" type="datetime1">
              <a:rPr lang="en-US" smtClean="0"/>
              <a:t>12/15/2025</a:t>
            </a:fld>
            <a:endParaRPr lang="en-US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3B6D255F-8835-8DBB-9F90-569D07917B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2025–2027 Cognizant | Private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22927497-DF06-5FD3-E29B-027FB589C8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826FC0-333C-E549-9FA3-0EE43DF298A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536882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C40CFA-C95C-83CB-71E9-4274D942BC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457200"/>
            <a:ext cx="11277600" cy="332399"/>
          </a:xfrm>
        </p:spPr>
        <p:txBody>
          <a:bodyPr/>
          <a:lstStyle/>
          <a:p>
            <a:r>
              <a:rPr lang="en-US"/>
              <a:t>Click to add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BB040B-AA5C-6A8F-D56C-52A1535E2C6D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57200" y="1444752"/>
            <a:ext cx="3474720" cy="281103"/>
          </a:xfrm>
        </p:spPr>
        <p:txBody>
          <a:bodyPr wrap="square" anchor="b">
            <a:sp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1800" b="1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973171-3D9B-E0BE-A9C6-BFF552EC6163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57199" y="1943099"/>
            <a:ext cx="3474720" cy="3840480"/>
          </a:xfrm>
        </p:spPr>
        <p:txBody>
          <a:bodyPr/>
          <a:lstStyle/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2nd level text</a:t>
            </a:r>
          </a:p>
          <a:p>
            <a:pPr lvl="2"/>
            <a:r>
              <a:rPr lang="en-US"/>
              <a:t>3rd level text</a:t>
            </a:r>
          </a:p>
          <a:p>
            <a:pPr lvl="3"/>
            <a:r>
              <a:rPr lang="en-US"/>
              <a:t>4th level text</a:t>
            </a:r>
          </a:p>
          <a:p>
            <a:pPr lvl="4"/>
            <a:r>
              <a:rPr lang="en-US"/>
              <a:t>4th level text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3D4243E-50F7-E6A4-A28E-F299D4BD0477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358640" y="1444752"/>
            <a:ext cx="3474720" cy="281103"/>
          </a:xfrm>
        </p:spPr>
        <p:txBody>
          <a:bodyPr wrap="square" anchor="b">
            <a:sp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1800" b="1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9290F11-9C52-DB05-1E6C-9491409F37B3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4358640" y="1943099"/>
            <a:ext cx="3474720" cy="3840480"/>
          </a:xfrm>
        </p:spPr>
        <p:txBody>
          <a:bodyPr/>
          <a:lstStyle/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2nd level</a:t>
            </a:r>
          </a:p>
          <a:p>
            <a:pPr lvl="2"/>
            <a:r>
              <a:rPr lang="en-US"/>
              <a:t>3rd level text</a:t>
            </a:r>
          </a:p>
          <a:p>
            <a:pPr lvl="3"/>
            <a:r>
              <a:rPr lang="en-US"/>
              <a:t>4th level text</a:t>
            </a:r>
          </a:p>
          <a:p>
            <a:pPr lvl="4"/>
            <a:r>
              <a:rPr lang="en-US"/>
              <a:t>4th level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6FD443D-34B0-9A83-29DB-8F197FDBF4C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260080" y="1444752"/>
            <a:ext cx="3474720" cy="281103"/>
          </a:xfrm>
        </p:spPr>
        <p:txBody>
          <a:bodyPr wrap="square" anchor="b">
            <a:sp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1800" b="1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12" name="Content Placeholder 5">
            <a:extLst>
              <a:ext uri="{FF2B5EF4-FFF2-40B4-BE49-F238E27FC236}">
                <a16:creationId xmlns:a16="http://schemas.microsoft.com/office/drawing/2014/main" id="{149D936A-CA93-6EC3-649C-C64805636A41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8260080" y="1943099"/>
            <a:ext cx="3474720" cy="3840480"/>
          </a:xfrm>
        </p:spPr>
        <p:txBody>
          <a:bodyPr/>
          <a:lstStyle/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2nd level text</a:t>
            </a:r>
          </a:p>
          <a:p>
            <a:pPr lvl="2"/>
            <a:r>
              <a:rPr lang="en-US"/>
              <a:t>3rd level text</a:t>
            </a:r>
          </a:p>
          <a:p>
            <a:pPr lvl="3"/>
            <a:r>
              <a:rPr lang="en-US"/>
              <a:t>4th level text</a:t>
            </a:r>
          </a:p>
          <a:p>
            <a:pPr lvl="4"/>
            <a:r>
              <a:rPr lang="en-US"/>
              <a:t>4th level text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8E36702-0CEF-D114-17AE-83A7C377C9A7}"/>
              </a:ext>
            </a:extLst>
          </p:cNvPr>
          <p:cNvCxnSpPr>
            <a:cxnSpLocks/>
          </p:cNvCxnSpPr>
          <p:nvPr/>
        </p:nvCxnSpPr>
        <p:spPr>
          <a:xfrm>
            <a:off x="4145280" y="1438275"/>
            <a:ext cx="0" cy="4256088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B5AB7EC-316C-897C-CA19-9CEC9B880398}"/>
              </a:ext>
            </a:extLst>
          </p:cNvPr>
          <p:cNvCxnSpPr>
            <a:cxnSpLocks/>
          </p:cNvCxnSpPr>
          <p:nvPr/>
        </p:nvCxnSpPr>
        <p:spPr>
          <a:xfrm>
            <a:off x="8046720" y="1438275"/>
            <a:ext cx="0" cy="4256088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Date Placeholder 15">
            <a:extLst>
              <a:ext uri="{FF2B5EF4-FFF2-40B4-BE49-F238E27FC236}">
                <a16:creationId xmlns:a16="http://schemas.microsoft.com/office/drawing/2014/main" id="{F5B8B50B-AB16-A20B-185B-36DFF37B0A24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14FF23CC-85EA-47F0-9323-875160EB5962}" type="datetime1">
              <a:rPr lang="en-US" smtClean="0"/>
              <a:t>12/15/2025</a:t>
            </a:fld>
            <a:endParaRPr lang="en-US"/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05375221-EE8E-370B-A5A8-1CA07AEA3C8F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© 2025–2027 Cognizant | Private</a:t>
            </a:r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6267E76B-A742-758B-F8B4-A2ECF5BC1DDB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38826FC0-333C-E549-9FA3-0EE43DF298A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352937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horizontal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976F8A-83B2-A500-1463-2D0DF114089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457200"/>
            <a:ext cx="11277600" cy="332399"/>
          </a:xfrm>
        </p:spPr>
        <p:txBody>
          <a:bodyPr/>
          <a:lstStyle/>
          <a:p>
            <a:r>
              <a:rPr lang="en-US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A1FC49-269C-AAA4-005C-C327B0F1BCD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962400" y="1447800"/>
            <a:ext cx="7772400" cy="1308100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2nd level text</a:t>
            </a:r>
          </a:p>
          <a:p>
            <a:pPr lvl="2"/>
            <a:r>
              <a:rPr lang="en-US"/>
              <a:t>3rd level text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3DA6F676-1432-9BD5-293D-3B121AF2F0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FE7877-89F2-4A48-BA7E-0328529E118E}" type="datetime1">
              <a:rPr lang="en-US" smtClean="0"/>
              <a:t>12/15/2025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0C8C277-B1F1-8DA5-6AF5-ACB3ECF2B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2025–2027 Cognizant | Private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80F779E1-4E24-F611-3CF0-B2C64B1350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826FC0-333C-E549-9FA3-0EE43DF298A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5983A4D-2A2C-B635-2F97-8FF9365D1E6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1447800"/>
            <a:ext cx="2971800" cy="1308100"/>
          </a:xfrm>
        </p:spPr>
        <p:txBody>
          <a:bodyPr>
            <a:noAutofit/>
          </a:bodyPr>
          <a:lstStyle>
            <a:lvl1pPr marL="0" indent="0">
              <a:buNone/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Subtitle here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44ACB01-6B78-648D-EBF4-7043D32A4DCC}"/>
              </a:ext>
            </a:extLst>
          </p:cNvPr>
          <p:cNvCxnSpPr>
            <a:cxnSpLocks/>
          </p:cNvCxnSpPr>
          <p:nvPr/>
        </p:nvCxnSpPr>
        <p:spPr>
          <a:xfrm>
            <a:off x="452438" y="2847490"/>
            <a:ext cx="2971800" cy="0"/>
          </a:xfrm>
          <a:prstGeom prst="line">
            <a:avLst/>
          </a:prstGeom>
          <a:ln w="15875">
            <a:solidFill>
              <a:schemeClr val="bg2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B55E037-1D4C-9E0D-9DB6-DCBB7033AC21}"/>
              </a:ext>
            </a:extLst>
          </p:cNvPr>
          <p:cNvCxnSpPr>
            <a:cxnSpLocks/>
          </p:cNvCxnSpPr>
          <p:nvPr/>
        </p:nvCxnSpPr>
        <p:spPr>
          <a:xfrm>
            <a:off x="3962400" y="2847490"/>
            <a:ext cx="7772400" cy="0"/>
          </a:xfrm>
          <a:prstGeom prst="line">
            <a:avLst/>
          </a:prstGeom>
          <a:ln w="15875">
            <a:solidFill>
              <a:schemeClr val="bg2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4B4CBE33-0E3B-B5D6-D276-A5FBB088DD56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3962400" y="2939080"/>
            <a:ext cx="7772400" cy="1308100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2nd level text</a:t>
            </a:r>
          </a:p>
          <a:p>
            <a:pPr lvl="2"/>
            <a:r>
              <a:rPr lang="en-US"/>
              <a:t>3rd level text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300D1863-6D9F-D386-3272-7AE775F597A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2939080"/>
            <a:ext cx="2971800" cy="1308100"/>
          </a:xfrm>
        </p:spPr>
        <p:txBody>
          <a:bodyPr>
            <a:noAutofit/>
          </a:bodyPr>
          <a:lstStyle>
            <a:lvl1pPr marL="0" indent="0">
              <a:buNone/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Subtitle here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A5D8537-3CEF-DF78-41F1-0F6312E9645F}"/>
              </a:ext>
            </a:extLst>
          </p:cNvPr>
          <p:cNvCxnSpPr>
            <a:cxnSpLocks/>
          </p:cNvCxnSpPr>
          <p:nvPr/>
        </p:nvCxnSpPr>
        <p:spPr>
          <a:xfrm>
            <a:off x="452438" y="4338770"/>
            <a:ext cx="2971800" cy="0"/>
          </a:xfrm>
          <a:prstGeom prst="line">
            <a:avLst/>
          </a:prstGeom>
          <a:ln w="15875">
            <a:solidFill>
              <a:schemeClr val="bg2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BFE904F-D475-7593-E45F-BF79A922E831}"/>
              </a:ext>
            </a:extLst>
          </p:cNvPr>
          <p:cNvCxnSpPr>
            <a:cxnSpLocks/>
          </p:cNvCxnSpPr>
          <p:nvPr/>
        </p:nvCxnSpPr>
        <p:spPr>
          <a:xfrm>
            <a:off x="3962400" y="4338770"/>
            <a:ext cx="7772400" cy="0"/>
          </a:xfrm>
          <a:prstGeom prst="line">
            <a:avLst/>
          </a:prstGeom>
          <a:ln w="15875">
            <a:solidFill>
              <a:schemeClr val="bg2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C42A06B7-2FE2-2908-5164-0845DA34203C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3962400" y="4430359"/>
            <a:ext cx="7772400" cy="1308100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2nd level text</a:t>
            </a:r>
          </a:p>
          <a:p>
            <a:pPr lvl="2"/>
            <a:r>
              <a:rPr lang="en-US"/>
              <a:t>3rd level text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6F293747-E822-8B9A-B250-BD09178A5F1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57200" y="4430359"/>
            <a:ext cx="2971800" cy="1308100"/>
          </a:xfrm>
        </p:spPr>
        <p:txBody>
          <a:bodyPr>
            <a:noAutofit/>
          </a:bodyPr>
          <a:lstStyle>
            <a:lvl1pPr marL="0" indent="0">
              <a:buNone/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Subtitle here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29A3035-2EDB-6331-792C-C204BF38F6AC}"/>
              </a:ext>
            </a:extLst>
          </p:cNvPr>
          <p:cNvCxnSpPr>
            <a:cxnSpLocks/>
          </p:cNvCxnSpPr>
          <p:nvPr/>
        </p:nvCxnSpPr>
        <p:spPr>
          <a:xfrm>
            <a:off x="452438" y="1342781"/>
            <a:ext cx="2971800" cy="0"/>
          </a:xfrm>
          <a:prstGeom prst="line">
            <a:avLst/>
          </a:prstGeom>
          <a:ln w="15875">
            <a:solidFill>
              <a:schemeClr val="bg2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6E72534-59BF-D450-E5D9-32D085C7E6D9}"/>
              </a:ext>
            </a:extLst>
          </p:cNvPr>
          <p:cNvCxnSpPr>
            <a:cxnSpLocks/>
          </p:cNvCxnSpPr>
          <p:nvPr/>
        </p:nvCxnSpPr>
        <p:spPr>
          <a:xfrm>
            <a:off x="3962400" y="1342781"/>
            <a:ext cx="7772400" cy="0"/>
          </a:xfrm>
          <a:prstGeom prst="line">
            <a:avLst/>
          </a:prstGeom>
          <a:ln w="15875">
            <a:solidFill>
              <a:schemeClr val="bg2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9719175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1AEB62-7BE1-5D8C-1B24-A6872199AB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764D86-105F-2A88-55B5-2DAECBD3E8E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57200" y="1444751"/>
            <a:ext cx="5212080" cy="4572000"/>
          </a:xfrm>
        </p:spPr>
        <p:txBody>
          <a:bodyPr/>
          <a:lstStyle/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2nd level text</a:t>
            </a:r>
          </a:p>
          <a:p>
            <a:pPr lvl="2"/>
            <a:r>
              <a:rPr lang="en-US"/>
              <a:t>3rd level text</a:t>
            </a:r>
          </a:p>
          <a:p>
            <a:pPr lvl="3"/>
            <a:r>
              <a:rPr lang="en-US"/>
              <a:t>4th level text</a:t>
            </a:r>
          </a:p>
          <a:p>
            <a:pPr lvl="4"/>
            <a:r>
              <a:rPr lang="en-US"/>
              <a:t>5th level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AB8798-DFE7-49BE-4E9F-920D1EB6D54B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522720" y="1444750"/>
            <a:ext cx="5212080" cy="4571999"/>
          </a:xfrm>
        </p:spPr>
        <p:txBody>
          <a:bodyPr/>
          <a:lstStyle/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2nd level text</a:t>
            </a:r>
          </a:p>
          <a:p>
            <a:pPr lvl="2"/>
            <a:r>
              <a:rPr lang="en-US"/>
              <a:t>3rd level text</a:t>
            </a:r>
          </a:p>
          <a:p>
            <a:pPr lvl="3"/>
            <a:r>
              <a:rPr lang="en-US"/>
              <a:t>4th level text</a:t>
            </a:r>
          </a:p>
          <a:p>
            <a:pPr lvl="4"/>
            <a:r>
              <a:rPr lang="en-US"/>
              <a:t>5th level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95D326-A1CD-53C0-6E4B-3792BB1FD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6740DB-9EC3-493B-926B-6E0A06A8B9DF}" type="datetime1">
              <a:rPr lang="en-US" smtClean="0"/>
              <a:t>12/15/2025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52D2E00C-B7D1-9930-4311-FC69249A0E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2025–2027 Cognizant | Private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270ADC6-D307-E812-97FA-15F07F116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826FC0-333C-E549-9FA3-0EE43DF298A3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24E5F2F-71BE-F7DA-234E-403E9123E2E3}"/>
              </a:ext>
            </a:extLst>
          </p:cNvPr>
          <p:cNvCxnSpPr>
            <a:cxnSpLocks/>
          </p:cNvCxnSpPr>
          <p:nvPr/>
        </p:nvCxnSpPr>
        <p:spPr>
          <a:xfrm>
            <a:off x="6096000" y="1444750"/>
            <a:ext cx="0" cy="4571997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9658436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046507-4F3C-6F06-CC64-DCB41681596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457200"/>
            <a:ext cx="11277600" cy="329184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21B89B-1396-CE54-BDAC-657C3A1FCF1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0" y="1447799"/>
            <a:ext cx="5638800" cy="4663440"/>
          </a:xfrm>
        </p:spPr>
        <p:txBody>
          <a:bodyPr>
            <a:no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2nd level text</a:t>
            </a:r>
          </a:p>
          <a:p>
            <a:pPr lvl="2"/>
            <a:r>
              <a:rPr lang="en-US"/>
              <a:t>3rd level text</a:t>
            </a:r>
          </a:p>
          <a:p>
            <a:pPr lvl="3"/>
            <a:r>
              <a:rPr lang="en-US"/>
              <a:t>4th level text</a:t>
            </a:r>
          </a:p>
          <a:p>
            <a:pPr lvl="4"/>
            <a:r>
              <a:rPr lang="en-US"/>
              <a:t>5th level text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C39DE7-C187-B4C9-7F93-CF29330E94C1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457199" y="1447799"/>
            <a:ext cx="4754880" cy="4663440"/>
          </a:xfrm>
        </p:spPr>
        <p:txBody>
          <a:bodyPr/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caption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724D44-8249-FD9B-C453-3AE49B5F4F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8B99F-5514-4BF1-A408-B7B9DAA12DF9}" type="datetime1">
              <a:rPr lang="en-US" smtClean="0"/>
              <a:t>12/15/2025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FC414F21-A578-2B13-3FC0-80CE780DAC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2025–2027 Cognizant | Private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94F499-4E58-F60A-D1FE-CA8DBFA332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826FC0-333C-E549-9FA3-0EE43DF298A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41945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8CFF2-1ECE-33A6-68A7-0317E0C84D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457200"/>
            <a:ext cx="11277600" cy="332399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2C56658-0960-E18E-D91E-AA04D27572E7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6096000" y="1447799"/>
            <a:ext cx="5638800" cy="4663439"/>
          </a:xfrm>
          <a:solidFill>
            <a:srgbClr val="ECECEB"/>
          </a:solidFill>
        </p:spPr>
        <p:txBody>
          <a:bodyPr bIns="640080" anchor="ctr">
            <a:normAutofit/>
          </a:bodyPr>
          <a:lstStyle>
            <a:lvl1pPr marL="0" indent="0" algn="ctr">
              <a:buNone/>
              <a:defRPr sz="1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icon, drag, or paste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01F393-8308-0D1E-52A2-FC57E4512CCF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457199" y="1447799"/>
            <a:ext cx="4754880" cy="4663440"/>
          </a:xfrm>
        </p:spPr>
        <p:txBody>
          <a:bodyPr/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caption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0241F3-9135-92CE-6A1A-5BE0AECC99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86E92-5ECA-45F4-B387-2171A51B44E0}" type="datetime1">
              <a:rPr lang="en-US" smtClean="0"/>
              <a:t>12/15/2025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88FFC8B-A41D-691D-C8C9-0C363B1FD2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2025–2027 Cognizant | Private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0EC0125-3406-DCE1-A443-16278DF392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826FC0-333C-E549-9FA3-0EE43DF298A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185082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- ligh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8BC2B5B-70BA-CE41-9C8E-4A1C418D7D8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05840" y="3429000"/>
            <a:ext cx="8849360" cy="150018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>
                <a:solidFill>
                  <a:schemeClr val="accent2"/>
                </a:solidFill>
              </a:defRPr>
            </a:lvl1pPr>
            <a:lvl2pPr marL="457200" indent="0">
              <a:buNone/>
              <a:defRPr>
                <a:solidFill>
                  <a:schemeClr val="accent5"/>
                </a:solidFill>
              </a:defRPr>
            </a:lvl2pPr>
            <a:lvl3pPr marL="914400" indent="0">
              <a:buNone/>
              <a:defRPr>
                <a:solidFill>
                  <a:schemeClr val="accent3"/>
                </a:solidFill>
              </a:defRPr>
            </a:lvl3pPr>
            <a:lvl4pPr marL="1371600" indent="0">
              <a:buNone/>
              <a:defRPr>
                <a:solidFill>
                  <a:schemeClr val="accent3"/>
                </a:solidFill>
              </a:defRPr>
            </a:lvl4pPr>
            <a:lvl5pPr marL="1828800" indent="0">
              <a:buNone/>
              <a:defRPr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/>
              <a:t>Attributor name is 16pt Arial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0A13EBB4-2E96-D446-A07D-04B75073287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05840" y="1943100"/>
            <a:ext cx="8849360" cy="997196"/>
          </a:xfrm>
        </p:spPr>
        <p:txBody>
          <a:bodyPr anchor="b" anchorCtr="0"/>
          <a:lstStyle>
            <a:lvl1pPr algn="l" rtl="0" eaLnBrk="1" latinLnBrk="0" hangingPunct="1">
              <a:defRPr lang="en-US" sz="3600" smtClean="0">
                <a:effectLst/>
              </a:defRPr>
            </a:lvl1pPr>
          </a:lstStyle>
          <a:p>
            <a:pPr rtl="0" eaLnBrk="1" latinLnBrk="0" hangingPunct="1"/>
            <a:r>
              <a:rPr lang="en-US"/>
              <a:t>Click to edit statement or quote </a:t>
            </a:r>
            <a:br>
              <a:rPr lang="en-US"/>
            </a:br>
            <a:r>
              <a:rPr lang="en-US"/>
              <a:t>in Arial 36pt bold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0C7F1F-725F-1A52-1D97-F08B00EAAD9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6E7139D6-7C55-45E5-8C2F-522BB6069F81}" type="datetime1">
              <a:rPr lang="en-US" smtClean="0"/>
              <a:t>12/15/2025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D50B4EFF-B670-387B-EBF2-318801CE65A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© 2025–2027 Cognizant | Private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54DEEBD-7FD8-B1BF-8875-FF2A60284D3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38826FC0-333C-E549-9FA3-0EE43DF298A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410081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24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 - ligh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6F64CC6B-58AB-2FB2-95D1-E562FCA847FE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0" y="0"/>
            <a:ext cx="4216400" cy="6858000"/>
          </a:xfrm>
          <a:solidFill>
            <a:srgbClr val="ECECEB"/>
          </a:solidFill>
        </p:spPr>
        <p:txBody>
          <a:bodyPr bIns="914400" anchor="ctr">
            <a:normAutofit/>
          </a:bodyPr>
          <a:lstStyle>
            <a:lvl1pPr marL="0" indent="0" algn="ctr">
              <a:buNone/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icon, drag, or paste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3526BAE-028F-6A4C-BA31-2B52EF0F88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1" y="1078468"/>
            <a:ext cx="3200400" cy="369332"/>
          </a:xfrm>
        </p:spPr>
        <p:txBody>
          <a:bodyPr wrap="square" lIns="0" tIns="0" rIns="0" bIns="0" anchor="t" anchorCtr="0">
            <a:spAutoFit/>
          </a:bodyPr>
          <a:lstStyle>
            <a:lvl1pPr>
              <a:lnSpc>
                <a:spcPct val="100000"/>
              </a:lnSpc>
              <a:defRPr sz="24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Case study name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1B3A7B5-3F56-5DA1-99FC-CF456671A444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2B08721-F34D-4CE2-8258-A8DB00E5AB0F}" type="datetime1">
              <a:rPr lang="en-US" smtClean="0"/>
              <a:t>12/15/2025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6CB49AD2-D87C-78C9-F794-7396FF97AA14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 2025–2027 Cognizant | Private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F59DFAC-5EEF-99F4-32FE-9F2BB1174281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8826FC0-333C-E549-9FA3-0EE43DF298A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B0658E3-47F0-47B8-654E-15FF9DA1845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7200" y="457200"/>
            <a:ext cx="3200401" cy="171778"/>
          </a:xfrm>
        </p:spPr>
        <p:txBody>
          <a:bodyPr wrap="square">
            <a:spAutoFit/>
          </a:bodyPr>
          <a:lstStyle>
            <a:lvl1pPr marL="0" indent="0">
              <a:buNone/>
              <a:defRPr sz="1100">
                <a:solidFill>
                  <a:schemeClr val="bg1"/>
                </a:solidFill>
              </a:defRPr>
            </a:lvl1pPr>
            <a:lvl2pPr>
              <a:defRPr>
                <a:solidFill>
                  <a:schemeClr val="accent3"/>
                </a:solidFill>
              </a:defRPr>
            </a:lvl2pPr>
            <a:lvl3pPr>
              <a:defRPr>
                <a:solidFill>
                  <a:schemeClr val="accent3"/>
                </a:solidFill>
              </a:defRPr>
            </a:lvl3pPr>
            <a:lvl4pPr>
              <a:defRPr>
                <a:solidFill>
                  <a:schemeClr val="accent3"/>
                </a:solidFill>
              </a:defRPr>
            </a:lvl4pPr>
            <a:lvl5pPr>
              <a:defRPr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/>
              <a:t>Case study super head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5C0BCFD-9ECE-324E-1F65-2552ABC71A3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151120" y="1447800"/>
            <a:ext cx="6583680" cy="4754880"/>
          </a:xfrm>
        </p:spPr>
        <p:txBody>
          <a:bodyPr/>
          <a:lstStyle>
            <a:lvl1pPr marL="0" indent="0">
              <a:spcBef>
                <a:spcPts val="1200"/>
              </a:spcBef>
              <a:buNone/>
              <a:defRPr sz="1400"/>
            </a:lvl1pPr>
            <a:lvl2pPr>
              <a:spcBef>
                <a:spcPts val="1200"/>
              </a:spcBef>
              <a:defRPr sz="1200"/>
            </a:lvl2pPr>
            <a:lvl3pPr>
              <a:spcBef>
                <a:spcPts val="1200"/>
              </a:spcBef>
              <a:defRPr sz="1100"/>
            </a:lvl3pPr>
            <a:lvl4pPr>
              <a:spcBef>
                <a:spcPts val="1200"/>
              </a:spcBef>
              <a:defRPr sz="1100"/>
            </a:lvl4pPr>
            <a:lvl5pPr>
              <a:spcBef>
                <a:spcPts val="1200"/>
              </a:spcBef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Picture Placeholder 6">
            <a:extLst>
              <a:ext uri="{FF2B5EF4-FFF2-40B4-BE49-F238E27FC236}">
                <a16:creationId xmlns:a16="http://schemas.microsoft.com/office/drawing/2014/main" id="{2240FDEC-D5D2-8E2B-9CB8-49F6FABD320A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9855200" y="457200"/>
            <a:ext cx="1879600" cy="685800"/>
          </a:xfrm>
          <a:noFill/>
        </p:spPr>
        <p:txBody>
          <a:bodyPr bIns="0"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/>
              <a:t>Client logo</a:t>
            </a:r>
            <a:br>
              <a:rPr lang="en-US"/>
            </a:br>
            <a:r>
              <a:rPr lang="en-US"/>
              <a:t>(crop: fit to make sure </a:t>
            </a:r>
            <a:br>
              <a:rPr lang="en-US"/>
            </a:br>
            <a:r>
              <a:rPr lang="en-US"/>
              <a:t>entire logo is visible)</a:t>
            </a:r>
          </a:p>
        </p:txBody>
      </p:sp>
    </p:spTree>
    <p:extLst>
      <p:ext uri="{BB962C8B-B14F-4D97-AF65-F5344CB8AC3E}">
        <p14:creationId xmlns:p14="http://schemas.microsoft.com/office/powerpoint/2010/main" val="303979974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 light - no imag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E73A3D6-80E4-AC3E-7815-5FDC789342D0}"/>
              </a:ext>
            </a:extLst>
          </p:cNvPr>
          <p:cNvSpPr/>
          <p:nvPr userDrawn="1"/>
        </p:nvSpPr>
        <p:spPr>
          <a:xfrm>
            <a:off x="0" y="0"/>
            <a:ext cx="42164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3526BAE-028F-6A4C-BA31-2B52EF0F88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white">
          <a:xfrm>
            <a:off x="457201" y="1078468"/>
            <a:ext cx="3200400" cy="369332"/>
          </a:xfrm>
        </p:spPr>
        <p:txBody>
          <a:bodyPr wrap="square" lIns="0" tIns="0" rIns="0" bIns="0" anchor="t" anchorCtr="0">
            <a:spAutoFit/>
          </a:bodyPr>
          <a:lstStyle>
            <a:lvl1pPr>
              <a:lnSpc>
                <a:spcPct val="100000"/>
              </a:lnSpc>
              <a:defRPr sz="24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Case study name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1B3A7B5-3F56-5DA1-99FC-CF456671A444}"/>
              </a:ext>
            </a:extLst>
          </p:cNvPr>
          <p:cNvSpPr>
            <a:spLocks noGrp="1"/>
          </p:cNvSpPr>
          <p:nvPr>
            <p:ph type="dt" sz="half" idx="23"/>
          </p:nvPr>
        </p:nvSpPr>
        <p:spPr bwMode="white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E1C473C-097F-465E-85C9-CD011419BCEE}" type="datetime1">
              <a:rPr lang="en-US" smtClean="0"/>
              <a:t>12/15/2025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6CB49AD2-D87C-78C9-F794-7396FF97AA14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 bwMode="white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 2025–2027 Cognizant | Private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F59DFAC-5EEF-99F4-32FE-9F2BB1174281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 bwMode="white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8826FC0-333C-E549-9FA3-0EE43DF298A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B0658E3-47F0-47B8-654E-15FF9DA1845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 bwMode="white">
          <a:xfrm>
            <a:off x="457200" y="457200"/>
            <a:ext cx="3200401" cy="171778"/>
          </a:xfrm>
        </p:spPr>
        <p:txBody>
          <a:bodyPr wrap="square">
            <a:spAutoFit/>
          </a:bodyPr>
          <a:lstStyle>
            <a:lvl1pPr marL="0" indent="0">
              <a:buNone/>
              <a:defRPr sz="1100">
                <a:solidFill>
                  <a:schemeClr val="bg1"/>
                </a:solidFill>
              </a:defRPr>
            </a:lvl1pPr>
            <a:lvl2pPr>
              <a:defRPr>
                <a:solidFill>
                  <a:schemeClr val="accent3"/>
                </a:solidFill>
              </a:defRPr>
            </a:lvl2pPr>
            <a:lvl3pPr>
              <a:defRPr>
                <a:solidFill>
                  <a:schemeClr val="accent3"/>
                </a:solidFill>
              </a:defRPr>
            </a:lvl3pPr>
            <a:lvl4pPr>
              <a:defRPr>
                <a:solidFill>
                  <a:schemeClr val="accent3"/>
                </a:solidFill>
              </a:defRPr>
            </a:lvl4pPr>
            <a:lvl5pPr>
              <a:defRPr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/>
              <a:t>Case study super head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5C0BCFD-9ECE-324E-1F65-2552ABC71A3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151120" y="1447800"/>
            <a:ext cx="6583680" cy="4754880"/>
          </a:xfrm>
        </p:spPr>
        <p:txBody>
          <a:bodyPr/>
          <a:lstStyle>
            <a:lvl1pPr marL="0" indent="0">
              <a:spcBef>
                <a:spcPts val="1200"/>
              </a:spcBef>
              <a:buNone/>
              <a:defRPr sz="1400"/>
            </a:lvl1pPr>
            <a:lvl2pPr>
              <a:spcBef>
                <a:spcPts val="1200"/>
              </a:spcBef>
              <a:defRPr sz="1200"/>
            </a:lvl2pPr>
            <a:lvl3pPr>
              <a:spcBef>
                <a:spcPts val="1200"/>
              </a:spcBef>
              <a:defRPr sz="1100"/>
            </a:lvl3pPr>
            <a:lvl4pPr>
              <a:spcBef>
                <a:spcPts val="1200"/>
              </a:spcBef>
              <a:defRPr sz="1100"/>
            </a:lvl4pPr>
            <a:lvl5pPr>
              <a:spcBef>
                <a:spcPts val="1200"/>
              </a:spcBef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Picture Placeholder 6">
            <a:extLst>
              <a:ext uri="{FF2B5EF4-FFF2-40B4-BE49-F238E27FC236}">
                <a16:creationId xmlns:a16="http://schemas.microsoft.com/office/drawing/2014/main" id="{2240FDEC-D5D2-8E2B-9CB8-49F6FABD320A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9855200" y="457200"/>
            <a:ext cx="1879600" cy="685800"/>
          </a:xfrm>
          <a:noFill/>
        </p:spPr>
        <p:txBody>
          <a:bodyPr bIns="0"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/>
              <a:t>Client logo</a:t>
            </a:r>
            <a:br>
              <a:rPr lang="en-US"/>
            </a:br>
            <a:r>
              <a:rPr lang="en-US"/>
              <a:t>(crop: fit to make sure </a:t>
            </a:r>
            <a:br>
              <a:rPr lang="en-US"/>
            </a:br>
            <a:r>
              <a:rPr lang="en-US"/>
              <a:t>entire logo is visible)</a:t>
            </a:r>
          </a:p>
        </p:txBody>
      </p:sp>
    </p:spTree>
    <p:extLst>
      <p:ext uri="{BB962C8B-B14F-4D97-AF65-F5344CB8AC3E}">
        <p14:creationId xmlns:p14="http://schemas.microsoft.com/office/powerpoint/2010/main" val="266367431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ARK LAYOUTS">
    <p:bg>
      <p:bgPr>
        <a:solidFill>
          <a:schemeClr val="accent6">
            <a:lumMod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E16FD177-B563-EFF3-1BBA-DFAD35B66ED2}"/>
              </a:ext>
            </a:extLst>
          </p:cNvPr>
          <p:cNvSpPr txBox="1"/>
          <p:nvPr/>
        </p:nvSpPr>
        <p:spPr>
          <a:xfrm>
            <a:off x="775811" y="1385364"/>
            <a:ext cx="10640378" cy="4087273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6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rPr>
              <a:t>DARK LAYOUTS</a:t>
            </a:r>
            <a:endParaRPr kumimoji="0" lang="en-US" sz="7200" b="0" i="1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85073582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 -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976F8A-83B2-A500-1463-2D0DF114089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A1FC49-269C-AAA4-005C-C327B0F1BCD0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2nd level</a:t>
            </a:r>
          </a:p>
          <a:p>
            <a:pPr lvl="2"/>
            <a:r>
              <a:rPr lang="en-US"/>
              <a:t>3rd level text</a:t>
            </a:r>
          </a:p>
          <a:p>
            <a:pPr lvl="3"/>
            <a:r>
              <a:rPr lang="en-US"/>
              <a:t>4th level text</a:t>
            </a:r>
          </a:p>
          <a:p>
            <a:pPr lvl="4"/>
            <a:r>
              <a:rPr lang="en-US"/>
              <a:t>5th level text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F383D916-FBF7-8EA7-4311-2FD3E10E82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F0BB52-F600-4CD9-98BB-19FBD60A999F}" type="datetime1">
              <a:rPr lang="en-US" smtClean="0"/>
              <a:t>12/15/2025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69D40ACC-00F3-03AD-3DB1-6487497FA1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2025–2027 Cognizant | Private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1DA0B9D4-7BD8-9FB8-A351-972423D1D7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826FC0-333C-E549-9FA3-0EE43DF298A3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4" name="Cognizant Logo_rgb_rev_2023" descr="Cognizant logo reversed, SVG format">
            <a:extLst>
              <a:ext uri="{FF2B5EF4-FFF2-40B4-BE49-F238E27FC236}">
                <a16:creationId xmlns:a16="http://schemas.microsoft.com/office/drawing/2014/main" id="{591ACBB7-11CF-0324-65ED-7CE580E3A1A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6" r="66"/>
          <a:stretch/>
        </p:blipFill>
        <p:spPr bwMode="ltGray">
          <a:xfrm>
            <a:off x="10591729" y="6454070"/>
            <a:ext cx="1170432" cy="205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30394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uper head, sub head, footnote - Super head, sub head, footnote -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976F8A-83B2-A500-1463-2D0DF114089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457200"/>
            <a:ext cx="11277600" cy="332399"/>
          </a:xfrm>
        </p:spPr>
        <p:txBody>
          <a:bodyPr/>
          <a:lstStyle/>
          <a:p>
            <a:r>
              <a:rPr lang="en-US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A1FC49-269C-AAA4-005C-C327B0F1BCD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7200" y="1447800"/>
            <a:ext cx="7518400" cy="4297680"/>
          </a:xfrm>
        </p:spPr>
        <p:txBody>
          <a:bodyPr/>
          <a:lstStyle/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2nd level text</a:t>
            </a:r>
          </a:p>
          <a:p>
            <a:pPr lvl="2"/>
            <a:r>
              <a:rPr lang="en-US"/>
              <a:t>3rd level text</a:t>
            </a:r>
          </a:p>
          <a:p>
            <a:pPr lvl="3"/>
            <a:r>
              <a:rPr lang="en-US"/>
              <a:t>4th level text</a:t>
            </a:r>
          </a:p>
          <a:p>
            <a:pPr lvl="4"/>
            <a:r>
              <a:rPr lang="en-US"/>
              <a:t>5th level text</a:t>
            </a: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EDCB0FDA-E923-182E-F7E1-D663EE4D60C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7200" y="228600"/>
            <a:ext cx="11277600" cy="163956"/>
          </a:xfrm>
        </p:spPr>
        <p:txBody>
          <a:bodyPr anchor="b">
            <a:spAutoFit/>
          </a:bodyPr>
          <a:lstStyle>
            <a:lvl1pPr marL="0" indent="0">
              <a:buNone/>
              <a:defRPr sz="105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/>
              <a:t>Super head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D4F1D73-B5B0-2DD9-9E22-084F619A116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822960"/>
            <a:ext cx="11277600" cy="281039"/>
          </a:xfrm>
        </p:spPr>
        <p:txBody>
          <a:bodyPr anchor="t">
            <a:sp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8B225166-D739-CEC1-F817-8B08A1CA46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57200" y="5947090"/>
            <a:ext cx="7518400" cy="124906"/>
          </a:xfrm>
        </p:spPr>
        <p:txBody>
          <a:bodyPr wrap="square" anchor="t" anchorCtr="0">
            <a:spAutoFit/>
          </a:bodyPr>
          <a:lstStyle>
            <a:lvl1pPr marL="0" indent="0">
              <a:buNone/>
              <a:defRPr sz="8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Insert source or footnote here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BB09AAF3-3252-489D-5FB0-6293AC9FF0F1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6AF995CA-B60B-4A00-859F-9C9B97CC5721}" type="datetime1">
              <a:rPr lang="en-US" smtClean="0"/>
              <a:t>12/15/2025</a:t>
            </a:fld>
            <a:endParaRPr lang="en-US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0D47B63B-3488-B9A8-9702-4FB8F539BC94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© 2025–2027 Cognizant | Private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1BA67573-B992-F2E1-F4A6-9434D3134383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38826FC0-333C-E549-9FA3-0EE43DF298A3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Cognizant Logo_rgb_rev_2023" descr="Cognizant logo reversed, SVG format">
            <a:extLst>
              <a:ext uri="{FF2B5EF4-FFF2-40B4-BE49-F238E27FC236}">
                <a16:creationId xmlns:a16="http://schemas.microsoft.com/office/drawing/2014/main" id="{C58C5DC1-02D1-ACC1-37E9-20232B40787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6" r="66"/>
          <a:stretch/>
        </p:blipFill>
        <p:spPr bwMode="ltGray">
          <a:xfrm>
            <a:off x="10591729" y="6454070"/>
            <a:ext cx="1170432" cy="205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89907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 -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CA3A05-DC05-1CC5-ED65-5734138EE8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add title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D1C004D1-9C96-9E3A-B3CF-E648F18178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16D91-1CE2-4587-8283-B392CE49A2DB}" type="datetime1">
              <a:rPr lang="en-US" smtClean="0"/>
              <a:t>12/15/2025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8F63855-627B-94BE-7770-B3F2F8F1DA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2025–2027 Cognizant | Private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64918DA7-E1E1-1CFE-6E02-09FE2AA2F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826FC0-333C-E549-9FA3-0EE43DF298A3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3" name="Cognizant Logo_rgb_rev_2023" descr="Cognizant logo reversed, SVG format">
            <a:extLst>
              <a:ext uri="{FF2B5EF4-FFF2-40B4-BE49-F238E27FC236}">
                <a16:creationId xmlns:a16="http://schemas.microsoft.com/office/drawing/2014/main" id="{39ECF048-F463-0BC0-00A8-80B618B315F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6" r="66"/>
          <a:stretch/>
        </p:blipFill>
        <p:spPr bwMode="ltGray">
          <a:xfrm>
            <a:off x="10591729" y="6454070"/>
            <a:ext cx="1170432" cy="205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65687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lank -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2A86AB16-C89B-C286-D054-A2D5DB5C46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-357975"/>
            <a:ext cx="11277600" cy="193899"/>
          </a:xfrm>
        </p:spPr>
        <p:txBody>
          <a:bodyPr/>
          <a:lstStyle>
            <a:lvl1pPr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title (for accessibility purposes)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82BD780-BD7C-D16D-9867-3767997FAF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E9924-6684-4883-9E29-43296F9377D5}" type="datetime1">
              <a:rPr lang="en-US" smtClean="0"/>
              <a:t>12/15/2025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5ABA333-FF45-AB19-E8F1-74BC796D7D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2025–2027 Cognizant | Private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83C6AAA-8E03-CCE1-302E-C26D372E05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826FC0-333C-E549-9FA3-0EE43DF298A3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4" name="Cognizant Logo_rgb_rev_2023" descr="Cognizant logo reversed, SVG format">
            <a:extLst>
              <a:ext uri="{FF2B5EF4-FFF2-40B4-BE49-F238E27FC236}">
                <a16:creationId xmlns:a16="http://schemas.microsoft.com/office/drawing/2014/main" id="{F805300B-96D9-F036-71EF-3F86B3B72D1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6" r="66"/>
          <a:stretch/>
        </p:blipFill>
        <p:spPr bwMode="ltGray">
          <a:xfrm>
            <a:off x="10591729" y="6454070"/>
            <a:ext cx="1170432" cy="205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408904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column -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C40CFA-C95C-83CB-71E9-4274D942BC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457200"/>
            <a:ext cx="11277600" cy="332399"/>
          </a:xfrm>
        </p:spPr>
        <p:txBody>
          <a:bodyPr/>
          <a:lstStyle/>
          <a:p>
            <a:r>
              <a:rPr lang="en-US"/>
              <a:t>Click to add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BB040B-AA5C-6A8F-D56C-52A1535E2C6D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57200" y="1447800"/>
            <a:ext cx="5212076" cy="281103"/>
          </a:xfrm>
        </p:spPr>
        <p:txBody>
          <a:bodyPr wrap="square" anchor="b">
            <a:sp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1800" b="1">
                <a:solidFill>
                  <a:schemeClr val="accent3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973171-3D9B-E0BE-A9C6-BFF552EC6163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57199" y="1943099"/>
            <a:ext cx="5212080" cy="3840480"/>
          </a:xfrm>
        </p:spPr>
        <p:txBody>
          <a:bodyPr/>
          <a:lstStyle/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2nd level text</a:t>
            </a:r>
          </a:p>
          <a:p>
            <a:pPr lvl="2"/>
            <a:r>
              <a:rPr lang="en-US"/>
              <a:t>3rd  level text</a:t>
            </a:r>
          </a:p>
          <a:p>
            <a:pPr lvl="3"/>
            <a:r>
              <a:rPr lang="en-US"/>
              <a:t>4th level text</a:t>
            </a:r>
          </a:p>
          <a:p>
            <a:pPr lvl="4"/>
            <a:r>
              <a:rPr lang="en-US"/>
              <a:t>5th level text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3D4243E-50F7-E6A4-A28E-F299D4BD0477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522720" y="1447800"/>
            <a:ext cx="5183188" cy="281103"/>
          </a:xfrm>
        </p:spPr>
        <p:txBody>
          <a:bodyPr anchor="b">
            <a:sp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1800" b="1">
                <a:solidFill>
                  <a:schemeClr val="accent3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9290F11-9C52-DB05-1E6C-9491409F37B3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522720" y="1943099"/>
            <a:ext cx="5212080" cy="3840480"/>
          </a:xfrm>
        </p:spPr>
        <p:txBody>
          <a:bodyPr/>
          <a:lstStyle/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2nd level text</a:t>
            </a:r>
          </a:p>
          <a:p>
            <a:pPr lvl="2"/>
            <a:r>
              <a:rPr lang="en-US"/>
              <a:t>3rd level text</a:t>
            </a:r>
          </a:p>
          <a:p>
            <a:pPr lvl="3"/>
            <a:r>
              <a:rPr lang="en-US"/>
              <a:t>4th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AC5B4FD-126E-C923-20FE-0F5752D73F74}"/>
              </a:ext>
            </a:extLst>
          </p:cNvPr>
          <p:cNvCxnSpPr>
            <a:cxnSpLocks/>
          </p:cNvCxnSpPr>
          <p:nvPr/>
        </p:nvCxnSpPr>
        <p:spPr>
          <a:xfrm>
            <a:off x="6096000" y="1444752"/>
            <a:ext cx="0" cy="4256088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3935A7ED-6F86-9D0C-DCB0-7B1E2AC527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E3862-744A-4679-98CE-679CC5EFAB45}" type="datetime1">
              <a:rPr lang="en-US" smtClean="0"/>
              <a:t>12/15/2025</a:t>
            </a:fld>
            <a:endParaRPr lang="en-US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3B6D255F-8835-8DBB-9F90-569D07917B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2025–2027 Cognizant | Private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22927497-DF06-5FD3-E29B-027FB589C8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826FC0-333C-E549-9FA3-0EE43DF298A3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Cognizant Logo_rgb_rev_2023" descr="Cognizant logo reversed, SVG format">
            <a:extLst>
              <a:ext uri="{FF2B5EF4-FFF2-40B4-BE49-F238E27FC236}">
                <a16:creationId xmlns:a16="http://schemas.microsoft.com/office/drawing/2014/main" id="{1DE60F7F-2598-AFEF-3685-42666554AD0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6" r="66"/>
          <a:stretch/>
        </p:blipFill>
        <p:spPr bwMode="ltGray">
          <a:xfrm>
            <a:off x="10591729" y="6454070"/>
            <a:ext cx="1170432" cy="205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231857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ree column -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C40CFA-C95C-83CB-71E9-4274D942BC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457200"/>
            <a:ext cx="11277600" cy="332399"/>
          </a:xfrm>
        </p:spPr>
        <p:txBody>
          <a:bodyPr/>
          <a:lstStyle/>
          <a:p>
            <a:r>
              <a:rPr lang="en-US"/>
              <a:t>Click to add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BB040B-AA5C-6A8F-D56C-52A1535E2C6D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57200" y="1444752"/>
            <a:ext cx="3474720" cy="281103"/>
          </a:xfrm>
        </p:spPr>
        <p:txBody>
          <a:bodyPr wrap="square" anchor="b">
            <a:sp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1800" b="1">
                <a:solidFill>
                  <a:schemeClr val="accent3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973171-3D9B-E0BE-A9C6-BFF552EC6163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57199" y="1943099"/>
            <a:ext cx="3474720" cy="3840480"/>
          </a:xfrm>
        </p:spPr>
        <p:txBody>
          <a:bodyPr/>
          <a:lstStyle/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2nd level text</a:t>
            </a:r>
          </a:p>
          <a:p>
            <a:pPr lvl="2"/>
            <a:r>
              <a:rPr lang="en-US"/>
              <a:t>3rd level text</a:t>
            </a:r>
          </a:p>
          <a:p>
            <a:pPr lvl="3"/>
            <a:r>
              <a:rPr lang="en-US"/>
              <a:t>4th level text</a:t>
            </a:r>
          </a:p>
          <a:p>
            <a:pPr lvl="4"/>
            <a:r>
              <a:rPr lang="en-US"/>
              <a:t>5th level text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3D4243E-50F7-E6A4-A28E-F299D4BD0477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358640" y="1444752"/>
            <a:ext cx="3474720" cy="281103"/>
          </a:xfrm>
        </p:spPr>
        <p:txBody>
          <a:bodyPr wrap="square" anchor="b">
            <a:sp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1800" b="1">
                <a:solidFill>
                  <a:schemeClr val="accent3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9290F11-9C52-DB05-1E6C-9491409F37B3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4358640" y="1943099"/>
            <a:ext cx="3474720" cy="3840480"/>
          </a:xfrm>
        </p:spPr>
        <p:txBody>
          <a:bodyPr/>
          <a:lstStyle/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2nd level text</a:t>
            </a:r>
          </a:p>
          <a:p>
            <a:pPr lvl="2"/>
            <a:r>
              <a:rPr lang="en-US"/>
              <a:t>3rd level text</a:t>
            </a:r>
          </a:p>
          <a:p>
            <a:pPr lvl="3"/>
            <a:r>
              <a:rPr lang="en-US"/>
              <a:t>4th level text</a:t>
            </a:r>
          </a:p>
          <a:p>
            <a:pPr lvl="4"/>
            <a:r>
              <a:rPr lang="en-US"/>
              <a:t>5th level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6FD443D-34B0-9A83-29DB-8F197FDBF4C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260080" y="1444752"/>
            <a:ext cx="3474720" cy="281103"/>
          </a:xfrm>
        </p:spPr>
        <p:txBody>
          <a:bodyPr wrap="square" anchor="b">
            <a:sp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1800" b="1">
                <a:solidFill>
                  <a:schemeClr val="accent3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12" name="Content Placeholder 5">
            <a:extLst>
              <a:ext uri="{FF2B5EF4-FFF2-40B4-BE49-F238E27FC236}">
                <a16:creationId xmlns:a16="http://schemas.microsoft.com/office/drawing/2014/main" id="{149D936A-CA93-6EC3-649C-C64805636A41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8260080" y="1943099"/>
            <a:ext cx="3474720" cy="3840480"/>
          </a:xfrm>
        </p:spPr>
        <p:txBody>
          <a:bodyPr/>
          <a:lstStyle/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2nd level text</a:t>
            </a:r>
          </a:p>
          <a:p>
            <a:pPr lvl="2"/>
            <a:r>
              <a:rPr lang="en-US"/>
              <a:t>3rd level text</a:t>
            </a:r>
          </a:p>
          <a:p>
            <a:pPr lvl="3"/>
            <a:r>
              <a:rPr lang="en-US"/>
              <a:t>4th level text</a:t>
            </a:r>
          </a:p>
          <a:p>
            <a:pPr lvl="4"/>
            <a:r>
              <a:rPr lang="en-US"/>
              <a:t>5th level text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8E36702-0CEF-D114-17AE-83A7C377C9A7}"/>
              </a:ext>
            </a:extLst>
          </p:cNvPr>
          <p:cNvCxnSpPr>
            <a:cxnSpLocks/>
          </p:cNvCxnSpPr>
          <p:nvPr/>
        </p:nvCxnSpPr>
        <p:spPr>
          <a:xfrm>
            <a:off x="4145280" y="1438275"/>
            <a:ext cx="0" cy="4256088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B5AB7EC-316C-897C-CA19-9CEC9B880398}"/>
              </a:ext>
            </a:extLst>
          </p:cNvPr>
          <p:cNvCxnSpPr>
            <a:cxnSpLocks/>
          </p:cNvCxnSpPr>
          <p:nvPr/>
        </p:nvCxnSpPr>
        <p:spPr>
          <a:xfrm>
            <a:off x="8046720" y="1438275"/>
            <a:ext cx="0" cy="4256088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Date Placeholder 15">
            <a:extLst>
              <a:ext uri="{FF2B5EF4-FFF2-40B4-BE49-F238E27FC236}">
                <a16:creationId xmlns:a16="http://schemas.microsoft.com/office/drawing/2014/main" id="{F5B8B50B-AB16-A20B-185B-36DFF37B0A24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F2AA959C-9ABE-4ECF-94C4-DF7260637321}" type="datetime1">
              <a:rPr lang="en-US" smtClean="0"/>
              <a:t>12/15/2025</a:t>
            </a:fld>
            <a:endParaRPr lang="en-US"/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05375221-EE8E-370B-A5A8-1CA07AEA3C8F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© 2025–2027 Cognizant | Private</a:t>
            </a:r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6267E76B-A742-758B-F8B4-A2ECF5BC1DDB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38826FC0-333C-E549-9FA3-0EE43DF298A3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Cognizant Logo_rgb_rev_2023" descr="Cognizant logo reversed, SVG format">
            <a:extLst>
              <a:ext uri="{FF2B5EF4-FFF2-40B4-BE49-F238E27FC236}">
                <a16:creationId xmlns:a16="http://schemas.microsoft.com/office/drawing/2014/main" id="{4D269101-9011-77BF-B029-F362C603BBB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6" r="66"/>
          <a:stretch/>
        </p:blipFill>
        <p:spPr bwMode="ltGray">
          <a:xfrm>
            <a:off x="10591729" y="6454070"/>
            <a:ext cx="1170432" cy="205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959153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mparison horizontal -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976F8A-83B2-A500-1463-2D0DF114089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457200"/>
            <a:ext cx="11277600" cy="332399"/>
          </a:xfrm>
        </p:spPr>
        <p:txBody>
          <a:bodyPr/>
          <a:lstStyle/>
          <a:p>
            <a:r>
              <a:rPr lang="en-US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A1FC49-269C-AAA4-005C-C327B0F1BCD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962400" y="1447800"/>
            <a:ext cx="7772400" cy="1308100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2nd level text</a:t>
            </a:r>
          </a:p>
          <a:p>
            <a:pPr lvl="2"/>
            <a:r>
              <a:rPr lang="en-US"/>
              <a:t>3rd level text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3DA6F676-1432-9BD5-293D-3B121AF2F0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6D684B-0645-4ECF-B64D-76595C5056E1}" type="datetime1">
              <a:rPr lang="en-US" smtClean="0"/>
              <a:t>12/15/2025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0C8C277-B1F1-8DA5-6AF5-ACB3ECF2B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2025–2027 Cognizant | Private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80F779E1-4E24-F611-3CF0-B2C64B1350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826FC0-333C-E549-9FA3-0EE43DF298A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5983A4D-2A2C-B635-2F97-8FF9365D1E6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1447800"/>
            <a:ext cx="2971800" cy="1308100"/>
          </a:xfrm>
        </p:spPr>
        <p:txBody>
          <a:bodyPr>
            <a:noAutofit/>
          </a:bodyPr>
          <a:lstStyle>
            <a:lvl1pPr marL="0" indent="0">
              <a:buNone/>
              <a:defRPr sz="18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/>
              <a:t>Subtitle here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44ACB01-6B78-648D-EBF4-7043D32A4DCC}"/>
              </a:ext>
            </a:extLst>
          </p:cNvPr>
          <p:cNvCxnSpPr>
            <a:cxnSpLocks/>
          </p:cNvCxnSpPr>
          <p:nvPr/>
        </p:nvCxnSpPr>
        <p:spPr>
          <a:xfrm>
            <a:off x="452438" y="2847490"/>
            <a:ext cx="2971800" cy="0"/>
          </a:xfrm>
          <a:prstGeom prst="line">
            <a:avLst/>
          </a:prstGeom>
          <a:ln w="1587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B55E037-1D4C-9E0D-9DB6-DCBB7033AC21}"/>
              </a:ext>
            </a:extLst>
          </p:cNvPr>
          <p:cNvCxnSpPr>
            <a:cxnSpLocks/>
          </p:cNvCxnSpPr>
          <p:nvPr/>
        </p:nvCxnSpPr>
        <p:spPr>
          <a:xfrm>
            <a:off x="3962400" y="2847490"/>
            <a:ext cx="7772400" cy="0"/>
          </a:xfrm>
          <a:prstGeom prst="line">
            <a:avLst/>
          </a:prstGeom>
          <a:ln w="1587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4B4CBE33-0E3B-B5D6-D276-A5FBB088DD56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3962400" y="2939080"/>
            <a:ext cx="7772400" cy="1308100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2nd level text</a:t>
            </a:r>
          </a:p>
          <a:p>
            <a:pPr lvl="2"/>
            <a:r>
              <a:rPr lang="en-US"/>
              <a:t>3rd level text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300D1863-6D9F-D386-3272-7AE775F597A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2939080"/>
            <a:ext cx="2971800" cy="1308100"/>
          </a:xfrm>
        </p:spPr>
        <p:txBody>
          <a:bodyPr>
            <a:noAutofit/>
          </a:bodyPr>
          <a:lstStyle>
            <a:lvl1pPr marL="0" indent="0">
              <a:buNone/>
              <a:defRPr sz="18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/>
              <a:t>Subtitle here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A5D8537-3CEF-DF78-41F1-0F6312E9645F}"/>
              </a:ext>
            </a:extLst>
          </p:cNvPr>
          <p:cNvCxnSpPr>
            <a:cxnSpLocks/>
          </p:cNvCxnSpPr>
          <p:nvPr/>
        </p:nvCxnSpPr>
        <p:spPr>
          <a:xfrm>
            <a:off x="452438" y="4338770"/>
            <a:ext cx="2971800" cy="0"/>
          </a:xfrm>
          <a:prstGeom prst="line">
            <a:avLst/>
          </a:prstGeom>
          <a:ln w="1587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BFE904F-D475-7593-E45F-BF79A922E831}"/>
              </a:ext>
            </a:extLst>
          </p:cNvPr>
          <p:cNvCxnSpPr>
            <a:cxnSpLocks/>
          </p:cNvCxnSpPr>
          <p:nvPr/>
        </p:nvCxnSpPr>
        <p:spPr>
          <a:xfrm>
            <a:off x="3962400" y="4338770"/>
            <a:ext cx="7772400" cy="0"/>
          </a:xfrm>
          <a:prstGeom prst="line">
            <a:avLst/>
          </a:prstGeom>
          <a:ln w="1587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C42A06B7-2FE2-2908-5164-0845DA34203C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3962400" y="4430359"/>
            <a:ext cx="7772400" cy="1308100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2nd level text</a:t>
            </a:r>
          </a:p>
          <a:p>
            <a:pPr lvl="2"/>
            <a:r>
              <a:rPr lang="en-US"/>
              <a:t>3rd level text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6F293747-E822-8B9A-B250-BD09178A5F1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57200" y="4430359"/>
            <a:ext cx="2971800" cy="1308100"/>
          </a:xfrm>
        </p:spPr>
        <p:txBody>
          <a:bodyPr>
            <a:noAutofit/>
          </a:bodyPr>
          <a:lstStyle>
            <a:lvl1pPr marL="0" indent="0">
              <a:buNone/>
              <a:defRPr sz="18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/>
              <a:t>Subtitle here</a:t>
            </a: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72C70445-48B0-9FD3-49CD-384BFCCB677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57200" y="5947090"/>
            <a:ext cx="11277600" cy="124906"/>
          </a:xfrm>
        </p:spPr>
        <p:txBody>
          <a:bodyPr anchor="b">
            <a:spAutoFit/>
          </a:bodyPr>
          <a:lstStyle>
            <a:lvl1pPr marL="0" indent="0">
              <a:buNone/>
              <a:defRPr sz="8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Insert source or footnote here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5EE48CC-AC3C-AD12-0F6B-6F8CB2E6EC5E}"/>
              </a:ext>
            </a:extLst>
          </p:cNvPr>
          <p:cNvCxnSpPr>
            <a:cxnSpLocks/>
          </p:cNvCxnSpPr>
          <p:nvPr/>
        </p:nvCxnSpPr>
        <p:spPr>
          <a:xfrm>
            <a:off x="452438" y="1342781"/>
            <a:ext cx="2971800" cy="0"/>
          </a:xfrm>
          <a:prstGeom prst="line">
            <a:avLst/>
          </a:prstGeom>
          <a:ln w="1587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28B6686-C28E-A83C-319D-33930A551B41}"/>
              </a:ext>
            </a:extLst>
          </p:cNvPr>
          <p:cNvCxnSpPr>
            <a:cxnSpLocks/>
          </p:cNvCxnSpPr>
          <p:nvPr/>
        </p:nvCxnSpPr>
        <p:spPr>
          <a:xfrm>
            <a:off x="3962400" y="1342781"/>
            <a:ext cx="7772400" cy="0"/>
          </a:xfrm>
          <a:prstGeom prst="line">
            <a:avLst/>
          </a:prstGeom>
          <a:ln w="1587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Cognizant Logo_rgb_rev_2023" descr="Cognizant logo reversed, SVG format">
            <a:extLst>
              <a:ext uri="{FF2B5EF4-FFF2-40B4-BE49-F238E27FC236}">
                <a16:creationId xmlns:a16="http://schemas.microsoft.com/office/drawing/2014/main" id="{8EF2B9B7-A970-B060-F759-FFA1C8972DF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6" r="66"/>
          <a:stretch/>
        </p:blipFill>
        <p:spPr bwMode="ltGray">
          <a:xfrm>
            <a:off x="10591729" y="6454070"/>
            <a:ext cx="1170432" cy="205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790347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 -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1AEB62-7BE1-5D8C-1B24-A6872199AB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764D86-105F-2A88-55B5-2DAECBD3E8E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57200" y="1444751"/>
            <a:ext cx="5212080" cy="4572000"/>
          </a:xfrm>
        </p:spPr>
        <p:txBody>
          <a:bodyPr/>
          <a:lstStyle/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2nd level text</a:t>
            </a:r>
          </a:p>
          <a:p>
            <a:pPr lvl="2"/>
            <a:r>
              <a:rPr lang="en-US"/>
              <a:t>3rd level text</a:t>
            </a:r>
          </a:p>
          <a:p>
            <a:pPr lvl="3"/>
            <a:r>
              <a:rPr lang="en-US"/>
              <a:t>4th level text</a:t>
            </a:r>
          </a:p>
          <a:p>
            <a:pPr lvl="4"/>
            <a:r>
              <a:rPr lang="en-US"/>
              <a:t>5th level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AB8798-DFE7-49BE-4E9F-920D1EB6D54B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522720" y="1444751"/>
            <a:ext cx="5212080" cy="4572000"/>
          </a:xfrm>
        </p:spPr>
        <p:txBody>
          <a:bodyPr/>
          <a:lstStyle/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2nd level text</a:t>
            </a:r>
          </a:p>
          <a:p>
            <a:pPr lvl="2"/>
            <a:r>
              <a:rPr lang="en-US"/>
              <a:t>3rd level text</a:t>
            </a:r>
          </a:p>
          <a:p>
            <a:pPr lvl="3"/>
            <a:r>
              <a:rPr lang="en-US"/>
              <a:t>4th level text</a:t>
            </a:r>
          </a:p>
          <a:p>
            <a:pPr lvl="4"/>
            <a:r>
              <a:rPr lang="en-US"/>
              <a:t>5th level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95D326-A1CD-53C0-6E4B-3792BB1FD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FE03E-F99D-44EB-AAFE-652CD3A58D22}" type="datetime1">
              <a:rPr lang="en-US" smtClean="0"/>
              <a:t>12/15/2025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52D2E00C-B7D1-9930-4311-FC69249A0E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2025–2027 Cognizant | Private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270ADC6-D307-E812-97FA-15F07F116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826FC0-333C-E549-9FA3-0EE43DF298A3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37B872B-0E81-EACD-CA82-14E1DB182F48}"/>
              </a:ext>
            </a:extLst>
          </p:cNvPr>
          <p:cNvCxnSpPr>
            <a:cxnSpLocks/>
          </p:cNvCxnSpPr>
          <p:nvPr/>
        </p:nvCxnSpPr>
        <p:spPr>
          <a:xfrm>
            <a:off x="6096000" y="1444752"/>
            <a:ext cx="0" cy="4572000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Cognizant Logo_rgb_rev_2023" descr="Cognizant logo reversed, SVG format">
            <a:extLst>
              <a:ext uri="{FF2B5EF4-FFF2-40B4-BE49-F238E27FC236}">
                <a16:creationId xmlns:a16="http://schemas.microsoft.com/office/drawing/2014/main" id="{FC29E878-865C-DE37-D860-F62A7822B47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6" r="66"/>
          <a:stretch/>
        </p:blipFill>
        <p:spPr bwMode="ltGray">
          <a:xfrm>
            <a:off x="10591729" y="6454070"/>
            <a:ext cx="1170432" cy="205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041773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 -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046507-4F3C-6F06-CC64-DCB41681596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457200"/>
            <a:ext cx="11277600" cy="332399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21B89B-1396-CE54-BDAC-657C3A1FCF1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0" y="1447799"/>
            <a:ext cx="5638800" cy="466344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marL="182880" marR="0" lvl="0" indent="-18288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Click to add content</a:t>
            </a:r>
          </a:p>
          <a:p>
            <a:pPr lvl="1"/>
            <a:r>
              <a:rPr lang="en-US"/>
              <a:t>2nd level text</a:t>
            </a:r>
          </a:p>
          <a:p>
            <a:pPr lvl="2"/>
            <a:r>
              <a:rPr lang="en-US"/>
              <a:t>3rd level text</a:t>
            </a:r>
          </a:p>
          <a:p>
            <a:pPr lvl="3"/>
            <a:r>
              <a:rPr lang="en-US"/>
              <a:t>4th level text</a:t>
            </a:r>
          </a:p>
          <a:p>
            <a:pPr lvl="4"/>
            <a:r>
              <a:rPr lang="en-US"/>
              <a:t>5th level text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C39DE7-C187-B4C9-7F93-CF29330E94C1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457199" y="1447799"/>
            <a:ext cx="4754880" cy="4663440"/>
          </a:xfrm>
        </p:spPr>
        <p:txBody>
          <a:bodyPr/>
          <a:lstStyle>
            <a:lvl1pPr marL="0" indent="0">
              <a:buNone/>
              <a:defRPr sz="1600" b="1">
                <a:solidFill>
                  <a:schemeClr val="accent3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caption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724D44-8249-FD9B-C453-3AE49B5F4F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DF4226-D3A2-416A-B875-D1F79010D029}" type="datetime1">
              <a:rPr lang="en-US" smtClean="0"/>
              <a:t>12/15/2025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FC414F21-A578-2B13-3FC0-80CE780DAC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2025–2027 Cognizant | Private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94F499-4E58-F60A-D1FE-CA8DBFA332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826FC0-333C-E549-9FA3-0EE43DF298A3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Cognizant Logo_rgb_rev_2023" descr="Cognizant logo reversed, SVG format">
            <a:extLst>
              <a:ext uri="{FF2B5EF4-FFF2-40B4-BE49-F238E27FC236}">
                <a16:creationId xmlns:a16="http://schemas.microsoft.com/office/drawing/2014/main" id="{C4BD05FC-72E2-D49F-5723-85E3F31D26F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6" r="66"/>
          <a:stretch/>
        </p:blipFill>
        <p:spPr bwMode="ltGray">
          <a:xfrm>
            <a:off x="10591729" y="6454070"/>
            <a:ext cx="1170432" cy="205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500688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 -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8CFF2-1ECE-33A6-68A7-0317E0C84D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457200"/>
            <a:ext cx="11277600" cy="332399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2C56658-0960-E18E-D91E-AA04D27572E7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6096000" y="1447799"/>
            <a:ext cx="5638800" cy="4663439"/>
          </a:xfrm>
          <a:solidFill>
            <a:srgbClr val="ECECEB"/>
          </a:solidFill>
        </p:spPr>
        <p:txBody>
          <a:bodyPr bIns="640080" anchor="ctr">
            <a:norm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icon, drag, or paste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01F393-8308-0D1E-52A2-FC57E4512CCF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457199" y="1447799"/>
            <a:ext cx="4754880" cy="4663440"/>
          </a:xfrm>
        </p:spPr>
        <p:txBody>
          <a:bodyPr/>
          <a:lstStyle>
            <a:lvl1pPr marL="0" indent="0">
              <a:buNone/>
              <a:defRPr sz="1600" b="1">
                <a:solidFill>
                  <a:schemeClr val="accent3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caption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0241F3-9135-92CE-6A1A-5BE0AECC99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8CA46D-CF09-4DE7-B3EF-C69CA06D56D7}" type="datetime1">
              <a:rPr lang="en-US" smtClean="0"/>
              <a:t>12/15/2025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88FFC8B-A41D-691D-C8C9-0C363B1FD2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2025–2027 Cognizant | Private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0EC0125-3406-DCE1-A443-16278DF392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826FC0-333C-E549-9FA3-0EE43DF298A3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Cognizant Logo_rgb_rev_2023" descr="Cognizant logo reversed, SVG format">
            <a:extLst>
              <a:ext uri="{FF2B5EF4-FFF2-40B4-BE49-F238E27FC236}">
                <a16:creationId xmlns:a16="http://schemas.microsoft.com/office/drawing/2014/main" id="{0967F69A-1700-3CED-CEEE-EDC58785000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6" r="66"/>
          <a:stretch/>
        </p:blipFill>
        <p:spPr bwMode="ltGray">
          <a:xfrm>
            <a:off x="10591729" y="6454070"/>
            <a:ext cx="1170432" cy="205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864875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tatement - dar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8BC2B5B-70BA-CE41-9C8E-4A1C418D7D8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05840" y="3429000"/>
            <a:ext cx="8849360" cy="150018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>
                <a:solidFill>
                  <a:schemeClr val="accent3"/>
                </a:solidFill>
              </a:defRPr>
            </a:lvl1pPr>
            <a:lvl2pPr marL="457200" indent="0">
              <a:buNone/>
              <a:defRPr>
                <a:solidFill>
                  <a:schemeClr val="accent5"/>
                </a:solidFill>
              </a:defRPr>
            </a:lvl2pPr>
            <a:lvl3pPr marL="914400" indent="0">
              <a:buNone/>
              <a:defRPr>
                <a:solidFill>
                  <a:schemeClr val="accent3"/>
                </a:solidFill>
              </a:defRPr>
            </a:lvl3pPr>
            <a:lvl4pPr marL="1371600" indent="0">
              <a:buNone/>
              <a:defRPr>
                <a:solidFill>
                  <a:schemeClr val="accent3"/>
                </a:solidFill>
              </a:defRPr>
            </a:lvl4pPr>
            <a:lvl5pPr marL="1828800" indent="0">
              <a:buNone/>
              <a:defRPr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/>
              <a:t>Attributor name is 16pt Arial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0A13EBB4-2E96-D446-A07D-04B75073287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05840" y="1943100"/>
            <a:ext cx="8849360" cy="997196"/>
          </a:xfrm>
        </p:spPr>
        <p:txBody>
          <a:bodyPr anchor="b" anchorCtr="0"/>
          <a:lstStyle>
            <a:lvl1pPr algn="l" rtl="0" eaLnBrk="1" latinLnBrk="0" hangingPunct="1">
              <a:defRPr lang="en-US" sz="3600" smtClean="0">
                <a:effectLst/>
              </a:defRPr>
            </a:lvl1pPr>
          </a:lstStyle>
          <a:p>
            <a:pPr rtl="0" eaLnBrk="1" latinLnBrk="0" hangingPunct="1"/>
            <a:r>
              <a:rPr lang="en-US"/>
              <a:t>Click to edit statement or quote </a:t>
            </a:r>
            <a:br>
              <a:rPr lang="en-US"/>
            </a:br>
            <a:r>
              <a:rPr lang="en-US"/>
              <a:t>in Arial 36pt bold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37922929-B64F-A5FD-E813-DE4E4B47609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D688C1E-0EC0-4436-9E19-D06D615C068C}" type="datetime1">
              <a:rPr lang="en-US" smtClean="0"/>
              <a:t>12/15/2025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A6D064D0-10B1-84E9-43BC-A587DFCF255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© 2025–2027 Cognizant | Private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157F07D9-AB26-FAA7-F6B2-13FC833B917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38826FC0-333C-E549-9FA3-0EE43DF298A3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2" name="Cognizant Logo_rgb_rev_2023" descr="Cognizant logo reversed, SVG format">
            <a:extLst>
              <a:ext uri="{FF2B5EF4-FFF2-40B4-BE49-F238E27FC236}">
                <a16:creationId xmlns:a16="http://schemas.microsoft.com/office/drawing/2014/main" id="{3F28610E-22AA-1C1B-C7F0-DD2EE706F71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6" r="66"/>
          <a:stretch/>
        </p:blipFill>
        <p:spPr bwMode="ltGray">
          <a:xfrm>
            <a:off x="10591729" y="6454070"/>
            <a:ext cx="1170432" cy="205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929086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24">
          <p15:clr>
            <a:srgbClr val="FBAE40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IMAGERY">
    <p:bg>
      <p:bgPr>
        <a:solidFill>
          <a:schemeClr val="accent6">
            <a:lumMod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E16FD177-B563-EFF3-1BBA-DFAD35B66ED2}"/>
              </a:ext>
            </a:extLst>
          </p:cNvPr>
          <p:cNvSpPr txBox="1"/>
          <p:nvPr/>
        </p:nvSpPr>
        <p:spPr>
          <a:xfrm>
            <a:off x="1128298" y="2407183"/>
            <a:ext cx="9935412" cy="2043636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6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rPr>
              <a:t>IMAGERY</a:t>
            </a:r>
            <a:endParaRPr kumimoji="0" lang="en-US" sz="7200" b="0" i="1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78611734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ull blee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6">
            <a:extLst>
              <a:ext uri="{FF2B5EF4-FFF2-40B4-BE49-F238E27FC236}">
                <a16:creationId xmlns:a16="http://schemas.microsoft.com/office/drawing/2014/main" id="{88C8F82A-3BDD-4832-FBE3-E4EA9DC8D02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solidFill>
            <a:srgbClr val="ECECEB"/>
          </a:solidFill>
        </p:spPr>
        <p:txBody>
          <a:bodyPr bIns="914400" anchor="ctr">
            <a:norm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Click icon, drag, or paste to add picture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3B7DBAB-080F-4B67-994D-0695A8EEE08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-357975"/>
            <a:ext cx="11277600" cy="193899"/>
          </a:xfrm>
        </p:spPr>
        <p:txBody>
          <a:bodyPr anchor="b" anchorCtr="0"/>
          <a:lstStyle>
            <a:lvl1pPr>
              <a:defRPr sz="1400"/>
            </a:lvl1pPr>
          </a:lstStyle>
          <a:p>
            <a:r>
              <a:rPr lang="en-US"/>
              <a:t>Click to add title (for accessibility purposes)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FB887B-6507-E9E7-6352-B825F1F0F5F9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124E19D-87E3-4C1B-B8A4-863BF062EB7C}" type="datetime1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5E64F9-7C61-C44F-A370-C65AE1081941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 2025–2027 Cognizant | Private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7E8873-455E-923B-1219-1607269A283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8826FC0-333C-E549-9FA3-0EE43DF298A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5290884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wo full bleed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6">
            <a:extLst>
              <a:ext uri="{FF2B5EF4-FFF2-40B4-BE49-F238E27FC236}">
                <a16:creationId xmlns:a16="http://schemas.microsoft.com/office/drawing/2014/main" id="{ADE4608A-2C9D-8AC0-0EE2-0A3DE403F95E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6080760" cy="6858000"/>
          </a:xfrm>
          <a:solidFill>
            <a:srgbClr val="ECECEB"/>
          </a:solidFill>
        </p:spPr>
        <p:txBody>
          <a:bodyPr bIns="914400" anchor="ctr">
            <a:norm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Click icon, drag, or paste to add picture</a:t>
            </a:r>
          </a:p>
        </p:txBody>
      </p:sp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18BDCDEC-14FD-8C34-93CD-BF169FDDE98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111240" y="0"/>
            <a:ext cx="6080760" cy="6858000"/>
          </a:xfrm>
          <a:solidFill>
            <a:srgbClr val="ECECEB"/>
          </a:solidFill>
        </p:spPr>
        <p:txBody>
          <a:bodyPr bIns="914400" anchor="ctr">
            <a:norm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Click icon, drag, or paste to add picture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E428EDA-797C-145E-CD31-0E63FC89118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-357975"/>
            <a:ext cx="11277600" cy="193899"/>
          </a:xfrm>
        </p:spPr>
        <p:txBody>
          <a:bodyPr anchor="b" anchorCtr="0"/>
          <a:lstStyle>
            <a:lvl1pPr>
              <a:defRPr sz="1400"/>
            </a:lvl1pPr>
          </a:lstStyle>
          <a:p>
            <a:r>
              <a:rPr lang="en-US"/>
              <a:t>Click to add title (for accessibility purposes)</a:t>
            </a:r>
          </a:p>
        </p:txBody>
      </p:sp>
    </p:spTree>
    <p:extLst>
      <p:ext uri="{BB962C8B-B14F-4D97-AF65-F5344CB8AC3E}">
        <p14:creationId xmlns:p14="http://schemas.microsoft.com/office/powerpoint/2010/main" val="4160604836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Half image - ligh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9D0BA1AC-2FDD-B8DE-0D23-59B3662CDD8C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6111240" y="0"/>
            <a:ext cx="6080760" cy="6858000"/>
          </a:xfrm>
          <a:solidFill>
            <a:srgbClr val="ECECEB"/>
          </a:solidFill>
        </p:spPr>
        <p:txBody>
          <a:bodyPr bIns="914400" anchor="ctr">
            <a:norm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Click icon, drag, or paste to add picture</a:t>
            </a:r>
          </a:p>
        </p:txBody>
      </p:sp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1D050447-227B-4CC5-3DE0-91C29FFDFDDB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457200" y="1524003"/>
            <a:ext cx="4652128" cy="4191000"/>
          </a:xfrm>
        </p:spPr>
        <p:txBody>
          <a:bodyPr/>
          <a:lstStyle/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2nd level text</a:t>
            </a:r>
          </a:p>
          <a:p>
            <a:pPr lvl="2"/>
            <a:r>
              <a:rPr lang="en-US"/>
              <a:t>3rd level text</a:t>
            </a:r>
          </a:p>
          <a:p>
            <a:pPr lvl="3"/>
            <a:r>
              <a:rPr lang="en-US"/>
              <a:t>4th level text</a:t>
            </a:r>
          </a:p>
          <a:p>
            <a:pPr lvl="4"/>
            <a:r>
              <a:rPr lang="en-US"/>
              <a:t>5th level text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3526BAE-028F-6A4C-BA31-2B52EF0F88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457200"/>
            <a:ext cx="4652347" cy="369332"/>
          </a:xfrm>
        </p:spPr>
        <p:txBody>
          <a:bodyPr wrap="square" lIns="0" tIns="0" rIns="0" bIns="0" anchor="t" anchorCtr="0">
            <a:spAutoFit/>
          </a:bodyPr>
          <a:lstStyle>
            <a:lvl1pPr>
              <a:lnSpc>
                <a:spcPct val="100000"/>
              </a:lnSpc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358392FA-D6DF-FCAF-E803-8555424D300A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fld id="{B0EC1389-D08C-483A-8E16-A9280A530511}" type="datetime1">
              <a:rPr lang="en-US" smtClean="0"/>
              <a:t>12/15/2025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04C9833-094E-DA04-2919-A461A1E31A6C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US"/>
              <a:t>© 2025–2027 Cognizant | Private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D7BCA492-737B-E26F-1FCC-903C7DCADCEA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38826FC0-333C-E549-9FA3-0EE43DF298A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364953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Half image -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1D050447-227B-4CC5-3DE0-91C29FFDFDDB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457200" y="1524003"/>
            <a:ext cx="4652128" cy="4191000"/>
          </a:xfrm>
        </p:spPr>
        <p:txBody>
          <a:bodyPr/>
          <a:lstStyle/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2nd level text</a:t>
            </a:r>
          </a:p>
          <a:p>
            <a:pPr lvl="2"/>
            <a:r>
              <a:rPr lang="en-US"/>
              <a:t>3rd level text</a:t>
            </a:r>
          </a:p>
          <a:p>
            <a:pPr lvl="3"/>
            <a:r>
              <a:rPr lang="en-US"/>
              <a:t>4th level text</a:t>
            </a:r>
          </a:p>
          <a:p>
            <a:pPr lvl="4"/>
            <a:r>
              <a:rPr lang="en-US"/>
              <a:t>5th level text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3526BAE-028F-6A4C-BA31-2B52EF0F88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457200"/>
            <a:ext cx="4652347" cy="369332"/>
          </a:xfrm>
        </p:spPr>
        <p:txBody>
          <a:bodyPr wrap="square" lIns="0" tIns="0" rIns="0" bIns="0" anchor="t" anchorCtr="0">
            <a:spAutoFit/>
          </a:bodyPr>
          <a:lstStyle>
            <a:lvl1pPr>
              <a:lnSpc>
                <a:spcPct val="100000"/>
              </a:lnSpc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6F64CC6B-58AB-2FB2-95D1-E562FCA847FE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6111240" y="0"/>
            <a:ext cx="6080760" cy="6858000"/>
          </a:xfrm>
          <a:solidFill>
            <a:srgbClr val="ECECEB"/>
          </a:solidFill>
        </p:spPr>
        <p:txBody>
          <a:bodyPr bIns="914400" anchor="ctr">
            <a:norm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icon, drag, or paste to add picture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1B3A7B5-3F56-5DA1-99FC-CF456671A444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fld id="{BDF46893-1689-498F-ABF6-93E419643D72}" type="datetime1">
              <a:rPr lang="en-US" smtClean="0"/>
              <a:t>12/15/2025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6CB49AD2-D87C-78C9-F794-7396FF97AA14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US"/>
              <a:t>© 2025–2027 Cognizant | Private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F59DFAC-5EEF-99F4-32FE-9F2BB1174281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38826FC0-333C-E549-9FA3-0EE43DF298A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166914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Half image big statement - ligh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9D0BA1AC-2FDD-B8DE-0D23-59B3662CDD8C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6111240" y="0"/>
            <a:ext cx="6080760" cy="6858000"/>
          </a:xfrm>
          <a:solidFill>
            <a:srgbClr val="ECECEB"/>
          </a:solidFill>
        </p:spPr>
        <p:txBody>
          <a:bodyPr bIns="914400" anchor="ctr">
            <a:norm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Click icon, drag, or paste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3526BAE-028F-6A4C-BA31-2B52EF0F88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199" y="2853458"/>
            <a:ext cx="4652347" cy="1151084"/>
          </a:xfrm>
        </p:spPr>
        <p:txBody>
          <a:bodyPr wrap="square" lIns="0" tIns="0" rIns="0" bIns="0" anchor="ctr" anchorCtr="0">
            <a:spAutoFit/>
          </a:bodyPr>
          <a:lstStyle>
            <a:lvl1pPr>
              <a:lnSpc>
                <a:spcPct val="85000"/>
              </a:lnSpc>
              <a:defRPr sz="44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add </a:t>
            </a:r>
            <a:br>
              <a:rPr lang="en-US"/>
            </a:br>
            <a:r>
              <a:rPr lang="en-US"/>
              <a:t>big statement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358392FA-D6DF-FCAF-E803-8555424D300A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fld id="{582DEC74-2E42-4DCA-BEA9-B2888268259E}" type="datetime1">
              <a:rPr lang="en-US" smtClean="0"/>
              <a:t>12/15/2025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04C9833-094E-DA04-2919-A461A1E31A6C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US"/>
              <a:t>© 2025–2027 Cognizant | Private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D7BCA492-737B-E26F-1FCC-903C7DCADCEA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38826FC0-333C-E549-9FA3-0EE43DF298A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620140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Half image big statement - dark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9D0BA1AC-2FDD-B8DE-0D23-59B3662CDD8C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6111240" y="0"/>
            <a:ext cx="6080760" cy="6858000"/>
          </a:xfrm>
          <a:solidFill>
            <a:srgbClr val="ECECEB"/>
          </a:solidFill>
        </p:spPr>
        <p:txBody>
          <a:bodyPr bIns="914400" anchor="ctr">
            <a:norm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icon, drag, or paste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3526BAE-028F-6A4C-BA31-2B52EF0F88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199" y="2853458"/>
            <a:ext cx="4652347" cy="1151084"/>
          </a:xfrm>
        </p:spPr>
        <p:txBody>
          <a:bodyPr wrap="square" lIns="0" tIns="0" rIns="0" bIns="0" anchor="ctr" anchorCtr="0">
            <a:spAutoFit/>
          </a:bodyPr>
          <a:lstStyle>
            <a:lvl1pPr>
              <a:lnSpc>
                <a:spcPct val="85000"/>
              </a:lnSpc>
              <a:defRPr sz="44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add </a:t>
            </a:r>
            <a:br>
              <a:rPr lang="en-US"/>
            </a:br>
            <a:r>
              <a:rPr lang="en-US"/>
              <a:t>big statement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358392FA-D6DF-FCAF-E803-8555424D300A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fld id="{F0D8D395-FEC4-4E1F-A15E-E687D0CCE61E}" type="datetime1">
              <a:rPr lang="en-US" smtClean="0"/>
              <a:t>12/15/2025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04C9833-094E-DA04-2919-A461A1E31A6C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US"/>
              <a:t>© 2025–2027 Cognizant | Private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D7BCA492-737B-E26F-1FCC-903C7DCADCEA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38826FC0-333C-E549-9FA3-0EE43DF298A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189024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io - dark">
    <p:bg bwMode="lt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6F64CC6B-58AB-2FB2-95D1-E562FCA847FE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0" y="0"/>
            <a:ext cx="5212080" cy="6858000"/>
          </a:xfrm>
          <a:solidFill>
            <a:srgbClr val="ECECEB"/>
          </a:solidFill>
        </p:spPr>
        <p:txBody>
          <a:bodyPr bIns="914400" anchor="ctr">
            <a:norm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icon, drag, or paste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3526BAE-028F-6A4C-BA31-2B52EF0F88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white">
          <a:xfrm>
            <a:off x="6095999" y="457200"/>
            <a:ext cx="5213169" cy="369332"/>
          </a:xfrm>
        </p:spPr>
        <p:txBody>
          <a:bodyPr wrap="square" lIns="0" tIns="0" rIns="0" bIns="0" anchor="t" anchorCtr="0">
            <a:spAutoFit/>
          </a:bodyPr>
          <a:lstStyle>
            <a:lvl1pPr>
              <a:lnSpc>
                <a:spcPct val="100000"/>
              </a:lnSpc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name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1B3A7B5-3F56-5DA1-99FC-CF456671A444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5F0F642-F5DA-452A-BB2E-668FFFBCD67A}" type="datetime1">
              <a:rPr lang="en-US" smtClean="0"/>
              <a:t>12/15/2025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6CB49AD2-D87C-78C9-F794-7396FF97AA14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 2025–2027 Cognizant | Private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F59DFAC-5EEF-99F4-32FE-9F2BB1174281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8826FC0-333C-E549-9FA3-0EE43DF298A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B0658E3-47F0-47B8-654E-15FF9DA1845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 bwMode="white">
          <a:xfrm>
            <a:off x="6096112" y="1000124"/>
            <a:ext cx="5212079" cy="249812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buNone/>
              <a:defRPr>
                <a:solidFill>
                  <a:schemeClr val="accent3"/>
                </a:solidFill>
              </a:defRPr>
            </a:lvl1pPr>
            <a:lvl2pPr>
              <a:defRPr>
                <a:solidFill>
                  <a:schemeClr val="accent3"/>
                </a:solidFill>
              </a:defRPr>
            </a:lvl2pPr>
            <a:lvl3pPr>
              <a:defRPr>
                <a:solidFill>
                  <a:schemeClr val="accent3"/>
                </a:solidFill>
              </a:defRPr>
            </a:lvl3pPr>
            <a:lvl4pPr>
              <a:defRPr>
                <a:solidFill>
                  <a:schemeClr val="accent3"/>
                </a:solidFill>
              </a:defRPr>
            </a:lvl4pPr>
            <a:lvl5pPr>
              <a:defRPr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/>
              <a:t>Click to edit title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5C0BCFD-9ECE-324E-1F65-2552ABC71A3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 bwMode="white">
          <a:xfrm>
            <a:off x="6096112" y="1645920"/>
            <a:ext cx="5212079" cy="4754880"/>
          </a:xfrm>
        </p:spPr>
        <p:txBody>
          <a:bodyPr/>
          <a:lstStyle>
            <a:lvl1pPr marL="0" indent="0">
              <a:spcBef>
                <a:spcPts val="1200"/>
              </a:spcBef>
              <a:buNone/>
              <a:defRPr sz="1400"/>
            </a:lvl1pPr>
            <a:lvl2pPr>
              <a:spcBef>
                <a:spcPts val="1200"/>
              </a:spcBef>
              <a:defRPr sz="1200"/>
            </a:lvl2pPr>
            <a:lvl3pPr>
              <a:spcBef>
                <a:spcPts val="1200"/>
              </a:spcBef>
              <a:defRPr sz="1100"/>
            </a:lvl3pPr>
            <a:lvl4pPr>
              <a:spcBef>
                <a:spcPts val="1200"/>
              </a:spcBef>
              <a:defRPr sz="1100"/>
            </a:lvl4pPr>
            <a:lvl5pPr>
              <a:spcBef>
                <a:spcPts val="1200"/>
              </a:spcBef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2" name="Cognizant Logo_rgb_rev_2023" descr="Cognizant logo reversed, SVG format">
            <a:extLst>
              <a:ext uri="{FF2B5EF4-FFF2-40B4-BE49-F238E27FC236}">
                <a16:creationId xmlns:a16="http://schemas.microsoft.com/office/drawing/2014/main" id="{2B4BD740-217D-D8B8-0418-4E6D1550639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6" r="66"/>
          <a:stretch/>
        </p:blipFill>
        <p:spPr bwMode="ltGray">
          <a:xfrm>
            <a:off x="10591729" y="6454070"/>
            <a:ext cx="1170432" cy="205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233002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o - ligh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6F64CC6B-58AB-2FB2-95D1-E562FCA847FE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0" y="0"/>
            <a:ext cx="5212080" cy="6858000"/>
          </a:xfrm>
          <a:solidFill>
            <a:srgbClr val="ECECEB"/>
          </a:solidFill>
        </p:spPr>
        <p:txBody>
          <a:bodyPr bIns="914400" anchor="ctr">
            <a:normAutofit/>
          </a:bodyPr>
          <a:lstStyle>
            <a:lvl1pPr marL="0" indent="0" algn="ctr">
              <a:buNone/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icon, drag, or paste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3526BAE-028F-6A4C-BA31-2B52EF0F88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5999" y="457200"/>
            <a:ext cx="5213169" cy="369332"/>
          </a:xfrm>
        </p:spPr>
        <p:txBody>
          <a:bodyPr wrap="square" lIns="0" tIns="0" rIns="0" bIns="0" anchor="t" anchorCtr="0">
            <a:spAutoFit/>
          </a:bodyPr>
          <a:lstStyle>
            <a:lvl1pPr>
              <a:lnSpc>
                <a:spcPct val="100000"/>
              </a:lnSpc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name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1B3A7B5-3F56-5DA1-99FC-CF456671A444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7F4CFB8-6643-43EA-8A7B-7DB1D3434CA0}" type="datetime1">
              <a:rPr lang="en-US" smtClean="0"/>
              <a:t>12/15/2025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6CB49AD2-D87C-78C9-F794-7396FF97AA14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© 2025–2027 Cognizant | Private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F59DFAC-5EEF-99F4-32FE-9F2BB1174281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8826FC0-333C-E549-9FA3-0EE43DF298A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B0658E3-47F0-47B8-654E-15FF9DA1845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096112" y="1000124"/>
            <a:ext cx="5212079" cy="249812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buNone/>
              <a:defRPr>
                <a:solidFill>
                  <a:schemeClr val="accent2"/>
                </a:solidFill>
              </a:defRPr>
            </a:lvl1pPr>
            <a:lvl2pPr>
              <a:defRPr>
                <a:solidFill>
                  <a:schemeClr val="accent3"/>
                </a:solidFill>
              </a:defRPr>
            </a:lvl2pPr>
            <a:lvl3pPr>
              <a:defRPr>
                <a:solidFill>
                  <a:schemeClr val="accent3"/>
                </a:solidFill>
              </a:defRPr>
            </a:lvl3pPr>
            <a:lvl4pPr>
              <a:defRPr>
                <a:solidFill>
                  <a:schemeClr val="accent3"/>
                </a:solidFill>
              </a:defRPr>
            </a:lvl4pPr>
            <a:lvl5pPr>
              <a:defRPr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/>
              <a:t>Click to edit title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5C0BCFD-9ECE-324E-1F65-2552ABC71A3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096112" y="1645920"/>
            <a:ext cx="5212079" cy="4754880"/>
          </a:xfrm>
        </p:spPr>
        <p:txBody>
          <a:bodyPr/>
          <a:lstStyle>
            <a:lvl1pPr marL="0" indent="0">
              <a:spcBef>
                <a:spcPts val="1200"/>
              </a:spcBef>
              <a:buNone/>
              <a:defRPr sz="1400"/>
            </a:lvl1pPr>
            <a:lvl2pPr>
              <a:spcBef>
                <a:spcPts val="1200"/>
              </a:spcBef>
              <a:defRPr sz="1200"/>
            </a:lvl2pPr>
            <a:lvl3pPr>
              <a:spcBef>
                <a:spcPts val="1200"/>
              </a:spcBef>
              <a:defRPr sz="1100"/>
            </a:lvl3pPr>
            <a:lvl4pPr>
              <a:spcBef>
                <a:spcPts val="1200"/>
              </a:spcBef>
              <a:defRPr sz="1100"/>
            </a:lvl4pPr>
            <a:lvl5pPr>
              <a:spcBef>
                <a:spcPts val="1200"/>
              </a:spcBef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5648795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am introduction - dark">
    <p:bg bwMode="lt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6F64CC6B-58AB-2FB2-95D1-E562FCA847FE}"/>
              </a:ext>
            </a:extLst>
          </p:cNvPr>
          <p:cNvSpPr>
            <a:spLocks noGrp="1" noChangeAspect="1"/>
          </p:cNvSpPr>
          <p:nvPr>
            <p:ph type="pic" sz="quarter" idx="22" hasCustomPrompt="1"/>
          </p:nvPr>
        </p:nvSpPr>
        <p:spPr bwMode="white">
          <a:xfrm>
            <a:off x="1416614" y="2438400"/>
            <a:ext cx="1828800" cy="1828800"/>
          </a:xfrm>
          <a:solidFill>
            <a:srgbClr val="ECECEB"/>
          </a:solidFill>
        </p:spPr>
        <p:txBody>
          <a:bodyPr bIns="914400" anchor="ctr">
            <a:normAutofit/>
          </a:bodyPr>
          <a:lstStyle>
            <a:lvl1pPr marL="0" indent="0" algn="ctr">
              <a:buNone/>
              <a:defRPr sz="11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icon, drag, or paste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3526BAE-028F-6A4C-BA31-2B52EF0F88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white">
          <a:xfrm>
            <a:off x="457200" y="457200"/>
            <a:ext cx="11277600" cy="332399"/>
          </a:xfrm>
        </p:spPr>
        <p:txBody>
          <a:bodyPr wrap="square" lIns="0" tIns="0" rIns="0" bIns="0" anchor="t" anchorCtr="0">
            <a:spAutoFit/>
          </a:bodyPr>
          <a:lstStyle>
            <a:lvl1pPr>
              <a:lnSpc>
                <a:spcPct val="100000"/>
              </a:lnSpc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name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1B3A7B5-3F56-5DA1-99FC-CF456671A444}"/>
              </a:ext>
            </a:extLst>
          </p:cNvPr>
          <p:cNvSpPr>
            <a:spLocks noGrp="1"/>
          </p:cNvSpPr>
          <p:nvPr>
            <p:ph type="dt" sz="half" idx="23"/>
          </p:nvPr>
        </p:nvSpPr>
        <p:spPr bwMode="white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B06FBD7-67BE-4E44-B150-F894A148E504}" type="datetime1">
              <a:rPr lang="en-US" smtClean="0"/>
              <a:t>12/15/2025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6CB49AD2-D87C-78C9-F794-7396FF97AA14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 bwMode="white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© 2025–2027 Cognizant | Private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F59DFAC-5EEF-99F4-32FE-9F2BB1174281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 bwMode="white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8826FC0-333C-E549-9FA3-0EE43DF298A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B0658E3-47F0-47B8-654E-15FF9DA1845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 bwMode="white">
          <a:xfrm>
            <a:off x="1437641" y="4437090"/>
            <a:ext cx="1828800" cy="187359"/>
          </a:xfrm>
        </p:spPr>
        <p:txBody>
          <a:bodyPr wrap="square">
            <a:spAutoFit/>
          </a:bodyPr>
          <a:lstStyle>
            <a:lvl1pPr marL="0" indent="0">
              <a:buNone/>
              <a:defRPr sz="1200">
                <a:solidFill>
                  <a:schemeClr val="accent3"/>
                </a:solidFill>
              </a:defRPr>
            </a:lvl1pPr>
            <a:lvl2pPr>
              <a:defRPr>
                <a:solidFill>
                  <a:schemeClr val="accent3"/>
                </a:solidFill>
              </a:defRPr>
            </a:lvl2pPr>
            <a:lvl3pPr>
              <a:defRPr>
                <a:solidFill>
                  <a:schemeClr val="accent3"/>
                </a:solidFill>
              </a:defRPr>
            </a:lvl3pPr>
            <a:lvl4pPr>
              <a:defRPr>
                <a:solidFill>
                  <a:schemeClr val="accent3"/>
                </a:solidFill>
              </a:defRPr>
            </a:lvl4pPr>
            <a:lvl5pPr>
              <a:defRPr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/>
              <a:t>First name, last name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5C0BCFD-9ECE-324E-1F65-2552ABC71A3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 bwMode="white">
          <a:xfrm>
            <a:off x="1437639" y="4760215"/>
            <a:ext cx="1828800" cy="325410"/>
          </a:xfrm>
        </p:spPr>
        <p:txBody>
          <a:bodyPr wrap="square">
            <a:spAutoFit/>
          </a:bodyPr>
          <a:lstStyle>
            <a:lvl1pPr marL="0" indent="0">
              <a:spcBef>
                <a:spcPts val="600"/>
              </a:spcBef>
              <a:buNone/>
              <a:defRPr sz="1000"/>
            </a:lvl1pPr>
            <a:lvl2pPr marL="205867" indent="0">
              <a:spcBef>
                <a:spcPts val="1200"/>
              </a:spcBef>
              <a:buNone/>
              <a:defRPr sz="1200"/>
            </a:lvl2pPr>
            <a:lvl3pPr>
              <a:spcBef>
                <a:spcPts val="1200"/>
              </a:spcBef>
              <a:defRPr sz="1100"/>
            </a:lvl3pPr>
            <a:lvl4pPr>
              <a:spcBef>
                <a:spcPts val="1200"/>
              </a:spcBef>
              <a:defRPr sz="1100"/>
            </a:lvl4pPr>
            <a:lvl5pPr>
              <a:spcBef>
                <a:spcPts val="1200"/>
              </a:spcBef>
              <a:defRPr sz="1100"/>
            </a:lvl5pPr>
          </a:lstStyle>
          <a:p>
            <a:pPr lvl="0"/>
            <a:r>
              <a:rPr lang="en-US"/>
              <a:t>Role</a:t>
            </a:r>
            <a:br>
              <a:rPr lang="en-US"/>
            </a:br>
            <a:r>
              <a:rPr lang="en-US"/>
              <a:t>Company</a:t>
            </a:r>
          </a:p>
        </p:txBody>
      </p:sp>
      <p:sp>
        <p:nvSpPr>
          <p:cNvPr id="2" name="Picture Placeholder 6">
            <a:extLst>
              <a:ext uri="{FF2B5EF4-FFF2-40B4-BE49-F238E27FC236}">
                <a16:creationId xmlns:a16="http://schemas.microsoft.com/office/drawing/2014/main" id="{AD48ABD9-411C-A5A5-77B2-A15373D08533}"/>
              </a:ext>
            </a:extLst>
          </p:cNvPr>
          <p:cNvSpPr>
            <a:spLocks noGrp="1" noChangeAspect="1"/>
          </p:cNvSpPr>
          <p:nvPr>
            <p:ph type="pic" sz="quarter" idx="28" hasCustomPrompt="1"/>
          </p:nvPr>
        </p:nvSpPr>
        <p:spPr bwMode="white">
          <a:xfrm>
            <a:off x="3926605" y="2438400"/>
            <a:ext cx="1828800" cy="1828800"/>
          </a:xfrm>
          <a:solidFill>
            <a:srgbClr val="ECECEB"/>
          </a:solidFill>
        </p:spPr>
        <p:txBody>
          <a:bodyPr bIns="914400" anchor="ctr">
            <a:normAutofit/>
          </a:bodyPr>
          <a:lstStyle>
            <a:lvl1pPr marL="0" indent="0" algn="ctr">
              <a:buNone/>
              <a:defRPr sz="11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icon, drag, or paste to add picture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1747DB1F-929C-459A-4FE5-FADEF2D3FDE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 bwMode="white">
          <a:xfrm>
            <a:off x="3926605" y="4437090"/>
            <a:ext cx="1828800" cy="187359"/>
          </a:xfrm>
        </p:spPr>
        <p:txBody>
          <a:bodyPr wrap="square">
            <a:spAutoFit/>
          </a:bodyPr>
          <a:lstStyle>
            <a:lvl1pPr marL="0" indent="0">
              <a:buNone/>
              <a:defRPr sz="1200">
                <a:solidFill>
                  <a:schemeClr val="accent3"/>
                </a:solidFill>
              </a:defRPr>
            </a:lvl1pPr>
            <a:lvl2pPr>
              <a:defRPr>
                <a:solidFill>
                  <a:schemeClr val="accent3"/>
                </a:solidFill>
              </a:defRPr>
            </a:lvl2pPr>
            <a:lvl3pPr>
              <a:defRPr>
                <a:solidFill>
                  <a:schemeClr val="accent3"/>
                </a:solidFill>
              </a:defRPr>
            </a:lvl3pPr>
            <a:lvl4pPr>
              <a:defRPr>
                <a:solidFill>
                  <a:schemeClr val="accent3"/>
                </a:solidFill>
              </a:defRPr>
            </a:lvl4pPr>
            <a:lvl5pPr>
              <a:defRPr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/>
              <a:t>First name, last name</a:t>
            </a:r>
          </a:p>
        </p:txBody>
      </p:sp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FB34C272-EB9E-4D99-17B2-D4754377E7E7}"/>
              </a:ext>
            </a:extLst>
          </p:cNvPr>
          <p:cNvSpPr>
            <a:spLocks noGrp="1" noChangeAspect="1"/>
          </p:cNvSpPr>
          <p:nvPr>
            <p:ph type="pic" sz="quarter" idx="30" hasCustomPrompt="1"/>
          </p:nvPr>
        </p:nvSpPr>
        <p:spPr bwMode="white">
          <a:xfrm>
            <a:off x="6436596" y="2438400"/>
            <a:ext cx="1828800" cy="1828800"/>
          </a:xfrm>
          <a:solidFill>
            <a:srgbClr val="ECECEB"/>
          </a:solidFill>
        </p:spPr>
        <p:txBody>
          <a:bodyPr bIns="914400" anchor="ctr">
            <a:normAutofit/>
          </a:bodyPr>
          <a:lstStyle>
            <a:lvl1pPr marL="0" indent="0" algn="ctr">
              <a:buNone/>
              <a:defRPr sz="11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icon, drag, or paste to add picture</a:t>
            </a:r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B26B660B-B390-9A95-B8D1-DC4964F354B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 bwMode="white">
          <a:xfrm>
            <a:off x="6436596" y="4437090"/>
            <a:ext cx="1828800" cy="187359"/>
          </a:xfrm>
        </p:spPr>
        <p:txBody>
          <a:bodyPr wrap="square">
            <a:spAutoFit/>
          </a:bodyPr>
          <a:lstStyle>
            <a:lvl1pPr marL="0" indent="0">
              <a:buNone/>
              <a:defRPr sz="1200">
                <a:solidFill>
                  <a:schemeClr val="accent3"/>
                </a:solidFill>
              </a:defRPr>
            </a:lvl1pPr>
            <a:lvl2pPr>
              <a:defRPr>
                <a:solidFill>
                  <a:schemeClr val="accent3"/>
                </a:solidFill>
              </a:defRPr>
            </a:lvl2pPr>
            <a:lvl3pPr>
              <a:defRPr>
                <a:solidFill>
                  <a:schemeClr val="accent3"/>
                </a:solidFill>
              </a:defRPr>
            </a:lvl3pPr>
            <a:lvl4pPr>
              <a:defRPr>
                <a:solidFill>
                  <a:schemeClr val="accent3"/>
                </a:solidFill>
              </a:defRPr>
            </a:lvl4pPr>
            <a:lvl5pPr>
              <a:defRPr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/>
              <a:t>First name, last name</a:t>
            </a:r>
          </a:p>
        </p:txBody>
      </p:sp>
      <p:sp>
        <p:nvSpPr>
          <p:cNvPr id="14" name="Picture Placeholder 6">
            <a:extLst>
              <a:ext uri="{FF2B5EF4-FFF2-40B4-BE49-F238E27FC236}">
                <a16:creationId xmlns:a16="http://schemas.microsoft.com/office/drawing/2014/main" id="{3A5A0582-3273-F488-E828-D319740EFE5A}"/>
              </a:ext>
            </a:extLst>
          </p:cNvPr>
          <p:cNvSpPr>
            <a:spLocks noGrp="1" noChangeAspect="1"/>
          </p:cNvSpPr>
          <p:nvPr>
            <p:ph type="pic" sz="quarter" idx="32" hasCustomPrompt="1"/>
          </p:nvPr>
        </p:nvSpPr>
        <p:spPr bwMode="white">
          <a:xfrm>
            <a:off x="8946586" y="2438400"/>
            <a:ext cx="1828800" cy="1828800"/>
          </a:xfrm>
          <a:solidFill>
            <a:srgbClr val="ECECEB"/>
          </a:solidFill>
        </p:spPr>
        <p:txBody>
          <a:bodyPr bIns="914400" anchor="ctr">
            <a:normAutofit/>
          </a:bodyPr>
          <a:lstStyle>
            <a:lvl1pPr marL="0" indent="0" algn="ctr">
              <a:buNone/>
              <a:defRPr sz="11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icon, drag, or paste to add picture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FB4CF7E9-01C0-12B5-2B09-77199635880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 bwMode="white">
          <a:xfrm>
            <a:off x="8946586" y="4437090"/>
            <a:ext cx="1828800" cy="187359"/>
          </a:xfrm>
        </p:spPr>
        <p:txBody>
          <a:bodyPr wrap="square">
            <a:spAutoFit/>
          </a:bodyPr>
          <a:lstStyle>
            <a:lvl1pPr marL="0" indent="0">
              <a:buNone/>
              <a:defRPr sz="1200">
                <a:solidFill>
                  <a:schemeClr val="accent3"/>
                </a:solidFill>
              </a:defRPr>
            </a:lvl1pPr>
            <a:lvl2pPr>
              <a:defRPr>
                <a:solidFill>
                  <a:schemeClr val="accent3"/>
                </a:solidFill>
              </a:defRPr>
            </a:lvl2pPr>
            <a:lvl3pPr>
              <a:defRPr>
                <a:solidFill>
                  <a:schemeClr val="accent3"/>
                </a:solidFill>
              </a:defRPr>
            </a:lvl3pPr>
            <a:lvl4pPr>
              <a:defRPr>
                <a:solidFill>
                  <a:schemeClr val="accent3"/>
                </a:solidFill>
              </a:defRPr>
            </a:lvl4pPr>
            <a:lvl5pPr>
              <a:defRPr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/>
              <a:t>First name, last name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5C0DE360-379A-181A-9F66-A4E5E1F82FF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 bwMode="white">
          <a:xfrm>
            <a:off x="3926605" y="4760215"/>
            <a:ext cx="1828800" cy="325410"/>
          </a:xfrm>
        </p:spPr>
        <p:txBody>
          <a:bodyPr wrap="square">
            <a:spAutoFit/>
          </a:bodyPr>
          <a:lstStyle>
            <a:lvl1pPr marL="0" indent="0">
              <a:spcBef>
                <a:spcPts val="600"/>
              </a:spcBef>
              <a:buNone/>
              <a:defRPr sz="1000"/>
            </a:lvl1pPr>
            <a:lvl2pPr marL="205867" indent="0">
              <a:spcBef>
                <a:spcPts val="1200"/>
              </a:spcBef>
              <a:buNone/>
              <a:defRPr sz="1200"/>
            </a:lvl2pPr>
            <a:lvl3pPr>
              <a:spcBef>
                <a:spcPts val="1200"/>
              </a:spcBef>
              <a:defRPr sz="1100"/>
            </a:lvl3pPr>
            <a:lvl4pPr>
              <a:spcBef>
                <a:spcPts val="1200"/>
              </a:spcBef>
              <a:defRPr sz="1100"/>
            </a:lvl4pPr>
            <a:lvl5pPr>
              <a:spcBef>
                <a:spcPts val="1200"/>
              </a:spcBef>
              <a:defRPr sz="1100"/>
            </a:lvl5pPr>
          </a:lstStyle>
          <a:p>
            <a:pPr lvl="0"/>
            <a:r>
              <a:rPr lang="en-US"/>
              <a:t>Role</a:t>
            </a:r>
            <a:br>
              <a:rPr lang="en-US"/>
            </a:br>
            <a:r>
              <a:rPr lang="en-US"/>
              <a:t>Company</a:t>
            </a:r>
          </a:p>
        </p:txBody>
      </p:sp>
      <p:sp>
        <p:nvSpPr>
          <p:cNvPr id="17" name="Text Placeholder 11">
            <a:extLst>
              <a:ext uri="{FF2B5EF4-FFF2-40B4-BE49-F238E27FC236}">
                <a16:creationId xmlns:a16="http://schemas.microsoft.com/office/drawing/2014/main" id="{7B8A09A5-93C8-4A70-0E67-E9F18DFBA7CD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 bwMode="white">
          <a:xfrm>
            <a:off x="6436596" y="4760215"/>
            <a:ext cx="1828800" cy="325410"/>
          </a:xfrm>
        </p:spPr>
        <p:txBody>
          <a:bodyPr wrap="square">
            <a:spAutoFit/>
          </a:bodyPr>
          <a:lstStyle>
            <a:lvl1pPr marL="0" indent="0">
              <a:spcBef>
                <a:spcPts val="600"/>
              </a:spcBef>
              <a:buNone/>
              <a:defRPr sz="1000"/>
            </a:lvl1pPr>
            <a:lvl2pPr marL="205867" indent="0">
              <a:spcBef>
                <a:spcPts val="1200"/>
              </a:spcBef>
              <a:buNone/>
              <a:defRPr sz="1200"/>
            </a:lvl2pPr>
            <a:lvl3pPr>
              <a:spcBef>
                <a:spcPts val="1200"/>
              </a:spcBef>
              <a:defRPr sz="1100"/>
            </a:lvl3pPr>
            <a:lvl4pPr>
              <a:spcBef>
                <a:spcPts val="1200"/>
              </a:spcBef>
              <a:defRPr sz="1100"/>
            </a:lvl4pPr>
            <a:lvl5pPr>
              <a:spcBef>
                <a:spcPts val="1200"/>
              </a:spcBef>
              <a:defRPr sz="1100"/>
            </a:lvl5pPr>
          </a:lstStyle>
          <a:p>
            <a:pPr lvl="0"/>
            <a:r>
              <a:rPr lang="en-US"/>
              <a:t>Role</a:t>
            </a:r>
            <a:br>
              <a:rPr lang="en-US"/>
            </a:br>
            <a:r>
              <a:rPr lang="en-US"/>
              <a:t>Company</a:t>
            </a:r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3CBEF3CF-8EAA-624F-DCD1-4164D144A13A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 bwMode="white">
          <a:xfrm>
            <a:off x="8946586" y="4760215"/>
            <a:ext cx="1828800" cy="325410"/>
          </a:xfrm>
        </p:spPr>
        <p:txBody>
          <a:bodyPr wrap="square">
            <a:spAutoFit/>
          </a:bodyPr>
          <a:lstStyle>
            <a:lvl1pPr marL="0" indent="0">
              <a:spcBef>
                <a:spcPts val="600"/>
              </a:spcBef>
              <a:buNone/>
              <a:defRPr sz="1000"/>
            </a:lvl1pPr>
            <a:lvl2pPr marL="205867" indent="0">
              <a:spcBef>
                <a:spcPts val="1200"/>
              </a:spcBef>
              <a:buNone/>
              <a:defRPr sz="1200"/>
            </a:lvl2pPr>
            <a:lvl3pPr>
              <a:spcBef>
                <a:spcPts val="1200"/>
              </a:spcBef>
              <a:defRPr sz="1100"/>
            </a:lvl3pPr>
            <a:lvl4pPr>
              <a:spcBef>
                <a:spcPts val="1200"/>
              </a:spcBef>
              <a:defRPr sz="1100"/>
            </a:lvl4pPr>
            <a:lvl5pPr>
              <a:spcBef>
                <a:spcPts val="1200"/>
              </a:spcBef>
              <a:defRPr sz="1100"/>
            </a:lvl5pPr>
          </a:lstStyle>
          <a:p>
            <a:pPr lvl="0"/>
            <a:r>
              <a:rPr lang="en-US"/>
              <a:t>Role</a:t>
            </a:r>
            <a:br>
              <a:rPr lang="en-US"/>
            </a:br>
            <a:r>
              <a:rPr lang="en-US"/>
              <a:t>Company</a:t>
            </a:r>
          </a:p>
        </p:txBody>
      </p:sp>
      <p:pic>
        <p:nvPicPr>
          <p:cNvPr id="3" name="Cognizant Logo_rgb_rev_2023" descr="Cognizant logo reversed, SVG format">
            <a:extLst>
              <a:ext uri="{FF2B5EF4-FFF2-40B4-BE49-F238E27FC236}">
                <a16:creationId xmlns:a16="http://schemas.microsoft.com/office/drawing/2014/main" id="{289D256D-EB50-B40B-6594-8D04791EFFC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6" r="66"/>
          <a:stretch/>
        </p:blipFill>
        <p:spPr bwMode="ltGray">
          <a:xfrm>
            <a:off x="10591729" y="6454070"/>
            <a:ext cx="1170432" cy="205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055151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io alt - dark">
    <p:bg bwMode="lt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6F64CC6B-58AB-2FB2-95D1-E562FCA847FE}"/>
              </a:ext>
            </a:extLst>
          </p:cNvPr>
          <p:cNvSpPr>
            <a:spLocks noGrp="1" noChangeAspect="1"/>
          </p:cNvSpPr>
          <p:nvPr>
            <p:ph type="pic" sz="quarter" idx="22" hasCustomPrompt="1"/>
          </p:nvPr>
        </p:nvSpPr>
        <p:spPr bwMode="white">
          <a:xfrm>
            <a:off x="1416614" y="1619814"/>
            <a:ext cx="2799786" cy="2799786"/>
          </a:xfrm>
          <a:solidFill>
            <a:srgbClr val="ECECEB"/>
          </a:solidFill>
        </p:spPr>
        <p:txBody>
          <a:bodyPr bIns="914400" anchor="ctr">
            <a:normAutofit/>
          </a:bodyPr>
          <a:lstStyle>
            <a:lvl1pPr marL="0" indent="0" algn="ctr">
              <a:buNone/>
              <a:defRPr sz="11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icon, drag, or paste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3526BAE-028F-6A4C-BA31-2B52EF0F88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white">
          <a:xfrm>
            <a:off x="457200" y="457200"/>
            <a:ext cx="11277600" cy="332399"/>
          </a:xfrm>
        </p:spPr>
        <p:txBody>
          <a:bodyPr wrap="square" lIns="0" tIns="0" rIns="0" bIns="0" anchor="t" anchorCtr="0">
            <a:spAutoFit/>
          </a:bodyPr>
          <a:lstStyle>
            <a:lvl1pPr>
              <a:lnSpc>
                <a:spcPct val="100000"/>
              </a:lnSpc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name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1B3A7B5-3F56-5DA1-99FC-CF456671A444}"/>
              </a:ext>
            </a:extLst>
          </p:cNvPr>
          <p:cNvSpPr>
            <a:spLocks noGrp="1"/>
          </p:cNvSpPr>
          <p:nvPr>
            <p:ph type="dt" sz="half" idx="23"/>
          </p:nvPr>
        </p:nvSpPr>
        <p:spPr bwMode="white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D36ABC3-A189-4548-9983-18E89345B23A}" type="datetime1">
              <a:rPr lang="en-US" smtClean="0"/>
              <a:t>12/15/2025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6CB49AD2-D87C-78C9-F794-7396FF97AA14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 bwMode="white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© 2025–2027 Cognizant | Private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F59DFAC-5EEF-99F4-32FE-9F2BB1174281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 bwMode="white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8826FC0-333C-E549-9FA3-0EE43DF298A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B0658E3-47F0-47B8-654E-15FF9DA1845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 bwMode="white">
          <a:xfrm>
            <a:off x="4840598" y="3450611"/>
            <a:ext cx="5014602" cy="249812"/>
          </a:xfrm>
        </p:spPr>
        <p:txBody>
          <a:bodyPr wrap="square">
            <a:spAutoFit/>
          </a:bodyPr>
          <a:lstStyle>
            <a:lvl1pPr marL="0" indent="0">
              <a:buNone/>
              <a:defRPr sz="1600">
                <a:solidFill>
                  <a:schemeClr val="accent3"/>
                </a:solidFill>
              </a:defRPr>
            </a:lvl1pPr>
            <a:lvl2pPr>
              <a:defRPr>
                <a:solidFill>
                  <a:schemeClr val="accent3"/>
                </a:solidFill>
              </a:defRPr>
            </a:lvl2pPr>
            <a:lvl3pPr>
              <a:defRPr>
                <a:solidFill>
                  <a:schemeClr val="accent3"/>
                </a:solidFill>
              </a:defRPr>
            </a:lvl3pPr>
            <a:lvl4pPr>
              <a:defRPr>
                <a:solidFill>
                  <a:schemeClr val="accent3"/>
                </a:solidFill>
              </a:defRPr>
            </a:lvl4pPr>
            <a:lvl5pPr>
              <a:defRPr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/>
              <a:t>Name here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5C0BCFD-9ECE-324E-1F65-2552ABC71A3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 bwMode="white">
          <a:xfrm>
            <a:off x="4840596" y="3033418"/>
            <a:ext cx="6894204" cy="218586"/>
          </a:xfrm>
        </p:spPr>
        <p:txBody>
          <a:bodyPr wrap="square" anchor="b">
            <a:spAutoFit/>
          </a:bodyPr>
          <a:lstStyle>
            <a:lvl1pPr marL="0" indent="0">
              <a:spcBef>
                <a:spcPts val="600"/>
              </a:spcBef>
              <a:buNone/>
              <a:defRPr sz="1400"/>
            </a:lvl1pPr>
            <a:lvl2pPr marL="205867" indent="0">
              <a:spcBef>
                <a:spcPts val="1200"/>
              </a:spcBef>
              <a:buNone/>
              <a:defRPr sz="1200"/>
            </a:lvl2pPr>
            <a:lvl3pPr>
              <a:spcBef>
                <a:spcPts val="1200"/>
              </a:spcBef>
              <a:defRPr sz="1100"/>
            </a:lvl3pPr>
            <a:lvl4pPr>
              <a:spcBef>
                <a:spcPts val="1200"/>
              </a:spcBef>
              <a:defRPr sz="1100"/>
            </a:lvl4pPr>
            <a:lvl5pPr>
              <a:spcBef>
                <a:spcPts val="1200"/>
              </a:spcBef>
              <a:defRPr sz="1100"/>
            </a:lvl5pPr>
          </a:lstStyle>
          <a:p>
            <a:pPr lvl="0"/>
            <a:r>
              <a:rPr lang="en-US"/>
              <a:t>Bio here</a:t>
            </a:r>
          </a:p>
        </p:txBody>
      </p:sp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42B6C9C1-3E19-05D1-F320-DE21BED97E9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 bwMode="white">
          <a:xfrm>
            <a:off x="4840597" y="3868550"/>
            <a:ext cx="5014599" cy="187359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buNone/>
              <a:defRPr sz="1200">
                <a:solidFill>
                  <a:schemeClr val="accent3"/>
                </a:solidFill>
              </a:defRPr>
            </a:lvl1pPr>
            <a:lvl2pPr>
              <a:defRPr>
                <a:solidFill>
                  <a:schemeClr val="accent3"/>
                </a:solidFill>
              </a:defRPr>
            </a:lvl2pPr>
            <a:lvl3pPr>
              <a:defRPr>
                <a:solidFill>
                  <a:schemeClr val="accent3"/>
                </a:solidFill>
              </a:defRPr>
            </a:lvl3pPr>
            <a:lvl4pPr>
              <a:defRPr>
                <a:solidFill>
                  <a:schemeClr val="accent3"/>
                </a:solidFill>
              </a:defRPr>
            </a:lvl4pPr>
            <a:lvl5pPr>
              <a:defRPr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/>
              <a:t>Title here</a:t>
            </a:r>
          </a:p>
        </p:txBody>
      </p:sp>
      <p:pic>
        <p:nvPicPr>
          <p:cNvPr id="2" name="Cognizant Logo_rgb_rev_2023" descr="Cognizant logo reversed, SVG format">
            <a:extLst>
              <a:ext uri="{FF2B5EF4-FFF2-40B4-BE49-F238E27FC236}">
                <a16:creationId xmlns:a16="http://schemas.microsoft.com/office/drawing/2014/main" id="{BECD7034-456B-359A-4008-D8F48DBDB2E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6" r="66"/>
          <a:stretch/>
        </p:blipFill>
        <p:spPr bwMode="ltGray">
          <a:xfrm>
            <a:off x="10591729" y="6454070"/>
            <a:ext cx="1170432" cy="205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524970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introduction - ligh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6F64CC6B-58AB-2FB2-95D1-E562FCA847FE}"/>
              </a:ext>
            </a:extLst>
          </p:cNvPr>
          <p:cNvSpPr>
            <a:spLocks noGrp="1" noChangeAspect="1"/>
          </p:cNvSpPr>
          <p:nvPr>
            <p:ph type="pic" sz="quarter" idx="22" hasCustomPrompt="1"/>
          </p:nvPr>
        </p:nvSpPr>
        <p:spPr>
          <a:xfrm>
            <a:off x="1416614" y="2438400"/>
            <a:ext cx="1828800" cy="1828800"/>
          </a:xfrm>
          <a:solidFill>
            <a:srgbClr val="ECECEB"/>
          </a:solidFill>
        </p:spPr>
        <p:txBody>
          <a:bodyPr bIns="914400" anchor="ctr">
            <a:normAutofit/>
          </a:bodyPr>
          <a:lstStyle>
            <a:lvl1pPr marL="0" indent="0" algn="ctr">
              <a:buNone/>
              <a:defRPr sz="11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icon, drag, or paste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3526BAE-028F-6A4C-BA31-2B52EF0F88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457200"/>
            <a:ext cx="11277600" cy="332399"/>
          </a:xfrm>
        </p:spPr>
        <p:txBody>
          <a:bodyPr wrap="square" lIns="0" tIns="0" rIns="0" bIns="0" anchor="t" anchorCtr="0">
            <a:spAutoFit/>
          </a:bodyPr>
          <a:lstStyle>
            <a:lvl1pPr>
              <a:lnSpc>
                <a:spcPct val="100000"/>
              </a:lnSpc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name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1B3A7B5-3F56-5DA1-99FC-CF456671A444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9C359C9-113F-4560-BB22-F589268D7646}" type="datetime1">
              <a:rPr lang="en-US" smtClean="0"/>
              <a:t>12/15/2025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6CB49AD2-D87C-78C9-F794-7396FF97AA14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© 2025–2027 Cognizant | Private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F59DFAC-5EEF-99F4-32FE-9F2BB1174281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8826FC0-333C-E549-9FA3-0EE43DF298A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B0658E3-47F0-47B8-654E-15FF9DA1845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437641" y="4437090"/>
            <a:ext cx="1828800" cy="187359"/>
          </a:xfrm>
        </p:spPr>
        <p:txBody>
          <a:bodyPr wrap="square">
            <a:spAutoFit/>
          </a:bodyPr>
          <a:lstStyle>
            <a:lvl1pPr marL="0" indent="0">
              <a:buNone/>
              <a:defRPr sz="1200">
                <a:solidFill>
                  <a:schemeClr val="accent2"/>
                </a:solidFill>
              </a:defRPr>
            </a:lvl1pPr>
            <a:lvl2pPr>
              <a:defRPr>
                <a:solidFill>
                  <a:schemeClr val="accent3"/>
                </a:solidFill>
              </a:defRPr>
            </a:lvl2pPr>
            <a:lvl3pPr>
              <a:defRPr>
                <a:solidFill>
                  <a:schemeClr val="accent3"/>
                </a:solidFill>
              </a:defRPr>
            </a:lvl3pPr>
            <a:lvl4pPr>
              <a:defRPr>
                <a:solidFill>
                  <a:schemeClr val="accent3"/>
                </a:solidFill>
              </a:defRPr>
            </a:lvl4pPr>
            <a:lvl5pPr>
              <a:defRPr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/>
              <a:t>First name, last name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5C0BCFD-9ECE-324E-1F65-2552ABC71A3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437639" y="4760215"/>
            <a:ext cx="1828800" cy="325410"/>
          </a:xfrm>
        </p:spPr>
        <p:txBody>
          <a:bodyPr wrap="square">
            <a:spAutoFit/>
          </a:bodyPr>
          <a:lstStyle>
            <a:lvl1pPr marL="0" indent="0">
              <a:spcBef>
                <a:spcPts val="600"/>
              </a:spcBef>
              <a:buNone/>
              <a:defRPr sz="1000"/>
            </a:lvl1pPr>
            <a:lvl2pPr marL="205867" indent="0">
              <a:spcBef>
                <a:spcPts val="1200"/>
              </a:spcBef>
              <a:buNone/>
              <a:defRPr sz="1200"/>
            </a:lvl2pPr>
            <a:lvl3pPr>
              <a:spcBef>
                <a:spcPts val="1200"/>
              </a:spcBef>
              <a:defRPr sz="1100"/>
            </a:lvl3pPr>
            <a:lvl4pPr>
              <a:spcBef>
                <a:spcPts val="1200"/>
              </a:spcBef>
              <a:defRPr sz="1100"/>
            </a:lvl4pPr>
            <a:lvl5pPr>
              <a:spcBef>
                <a:spcPts val="1200"/>
              </a:spcBef>
              <a:defRPr sz="1100"/>
            </a:lvl5pPr>
          </a:lstStyle>
          <a:p>
            <a:pPr lvl="0"/>
            <a:r>
              <a:rPr lang="en-US"/>
              <a:t>Role</a:t>
            </a:r>
            <a:br>
              <a:rPr lang="en-US"/>
            </a:br>
            <a:r>
              <a:rPr lang="en-US"/>
              <a:t>Company</a:t>
            </a:r>
          </a:p>
        </p:txBody>
      </p:sp>
      <p:sp>
        <p:nvSpPr>
          <p:cNvPr id="2" name="Picture Placeholder 6">
            <a:extLst>
              <a:ext uri="{FF2B5EF4-FFF2-40B4-BE49-F238E27FC236}">
                <a16:creationId xmlns:a16="http://schemas.microsoft.com/office/drawing/2014/main" id="{AD48ABD9-411C-A5A5-77B2-A15373D08533}"/>
              </a:ext>
            </a:extLst>
          </p:cNvPr>
          <p:cNvSpPr>
            <a:spLocks noGrp="1" noChangeAspect="1"/>
          </p:cNvSpPr>
          <p:nvPr>
            <p:ph type="pic" sz="quarter" idx="28" hasCustomPrompt="1"/>
          </p:nvPr>
        </p:nvSpPr>
        <p:spPr>
          <a:xfrm>
            <a:off x="3926605" y="2438400"/>
            <a:ext cx="1828800" cy="1828800"/>
          </a:xfrm>
          <a:solidFill>
            <a:srgbClr val="ECECEB"/>
          </a:solidFill>
        </p:spPr>
        <p:txBody>
          <a:bodyPr bIns="914400" anchor="ctr">
            <a:normAutofit/>
          </a:bodyPr>
          <a:lstStyle>
            <a:lvl1pPr marL="0" indent="0" algn="ctr">
              <a:buNone/>
              <a:defRPr sz="11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icon, drag, or paste to add picture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1747DB1F-929C-459A-4FE5-FADEF2D3FDE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926605" y="4437090"/>
            <a:ext cx="1828800" cy="187359"/>
          </a:xfrm>
        </p:spPr>
        <p:txBody>
          <a:bodyPr wrap="square">
            <a:spAutoFit/>
          </a:bodyPr>
          <a:lstStyle>
            <a:lvl1pPr marL="0" indent="0">
              <a:buNone/>
              <a:defRPr sz="1200">
                <a:solidFill>
                  <a:schemeClr val="accent2"/>
                </a:solidFill>
              </a:defRPr>
            </a:lvl1pPr>
            <a:lvl2pPr>
              <a:defRPr>
                <a:solidFill>
                  <a:schemeClr val="accent3"/>
                </a:solidFill>
              </a:defRPr>
            </a:lvl2pPr>
            <a:lvl3pPr>
              <a:defRPr>
                <a:solidFill>
                  <a:schemeClr val="accent3"/>
                </a:solidFill>
              </a:defRPr>
            </a:lvl3pPr>
            <a:lvl4pPr>
              <a:defRPr>
                <a:solidFill>
                  <a:schemeClr val="accent3"/>
                </a:solidFill>
              </a:defRPr>
            </a:lvl4pPr>
            <a:lvl5pPr>
              <a:defRPr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/>
              <a:t>First name, last name</a:t>
            </a:r>
          </a:p>
        </p:txBody>
      </p:sp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FB34C272-EB9E-4D99-17B2-D4754377E7E7}"/>
              </a:ext>
            </a:extLst>
          </p:cNvPr>
          <p:cNvSpPr>
            <a:spLocks noGrp="1" noChangeAspect="1"/>
          </p:cNvSpPr>
          <p:nvPr>
            <p:ph type="pic" sz="quarter" idx="30" hasCustomPrompt="1"/>
          </p:nvPr>
        </p:nvSpPr>
        <p:spPr>
          <a:xfrm>
            <a:off x="6436596" y="2438400"/>
            <a:ext cx="1828800" cy="1828800"/>
          </a:xfrm>
          <a:solidFill>
            <a:srgbClr val="ECECEB"/>
          </a:solidFill>
        </p:spPr>
        <p:txBody>
          <a:bodyPr bIns="914400" anchor="ctr">
            <a:normAutofit/>
          </a:bodyPr>
          <a:lstStyle>
            <a:lvl1pPr marL="0" indent="0" algn="ctr">
              <a:buNone/>
              <a:defRPr sz="11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icon, drag, or paste to add picture</a:t>
            </a:r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B26B660B-B390-9A95-B8D1-DC4964F354B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36596" y="4437090"/>
            <a:ext cx="1828800" cy="187359"/>
          </a:xfrm>
        </p:spPr>
        <p:txBody>
          <a:bodyPr wrap="square">
            <a:spAutoFit/>
          </a:bodyPr>
          <a:lstStyle>
            <a:lvl1pPr marL="0" indent="0">
              <a:buNone/>
              <a:defRPr sz="1200">
                <a:solidFill>
                  <a:schemeClr val="accent2"/>
                </a:solidFill>
              </a:defRPr>
            </a:lvl1pPr>
            <a:lvl2pPr>
              <a:defRPr>
                <a:solidFill>
                  <a:schemeClr val="accent3"/>
                </a:solidFill>
              </a:defRPr>
            </a:lvl2pPr>
            <a:lvl3pPr>
              <a:defRPr>
                <a:solidFill>
                  <a:schemeClr val="accent3"/>
                </a:solidFill>
              </a:defRPr>
            </a:lvl3pPr>
            <a:lvl4pPr>
              <a:defRPr>
                <a:solidFill>
                  <a:schemeClr val="accent3"/>
                </a:solidFill>
              </a:defRPr>
            </a:lvl4pPr>
            <a:lvl5pPr>
              <a:defRPr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/>
              <a:t>First name, last name</a:t>
            </a:r>
          </a:p>
        </p:txBody>
      </p:sp>
      <p:sp>
        <p:nvSpPr>
          <p:cNvPr id="14" name="Picture Placeholder 6">
            <a:extLst>
              <a:ext uri="{FF2B5EF4-FFF2-40B4-BE49-F238E27FC236}">
                <a16:creationId xmlns:a16="http://schemas.microsoft.com/office/drawing/2014/main" id="{3A5A0582-3273-F488-E828-D319740EFE5A}"/>
              </a:ext>
            </a:extLst>
          </p:cNvPr>
          <p:cNvSpPr>
            <a:spLocks noGrp="1" noChangeAspect="1"/>
          </p:cNvSpPr>
          <p:nvPr>
            <p:ph type="pic" sz="quarter" idx="32" hasCustomPrompt="1"/>
          </p:nvPr>
        </p:nvSpPr>
        <p:spPr>
          <a:xfrm>
            <a:off x="8946586" y="2438400"/>
            <a:ext cx="1828800" cy="1828800"/>
          </a:xfrm>
          <a:solidFill>
            <a:srgbClr val="ECECEB"/>
          </a:solidFill>
        </p:spPr>
        <p:txBody>
          <a:bodyPr bIns="914400" anchor="ctr">
            <a:normAutofit/>
          </a:bodyPr>
          <a:lstStyle>
            <a:lvl1pPr marL="0" indent="0" algn="ctr">
              <a:buNone/>
              <a:defRPr sz="11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icon, drag, or paste to add picture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FB4CF7E9-01C0-12B5-2B09-77199635880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8946586" y="4437090"/>
            <a:ext cx="1828800" cy="187359"/>
          </a:xfrm>
        </p:spPr>
        <p:txBody>
          <a:bodyPr wrap="square">
            <a:spAutoFit/>
          </a:bodyPr>
          <a:lstStyle>
            <a:lvl1pPr marL="0" indent="0">
              <a:buNone/>
              <a:defRPr sz="1200">
                <a:solidFill>
                  <a:schemeClr val="accent2"/>
                </a:solidFill>
              </a:defRPr>
            </a:lvl1pPr>
            <a:lvl2pPr>
              <a:defRPr>
                <a:solidFill>
                  <a:schemeClr val="accent3"/>
                </a:solidFill>
              </a:defRPr>
            </a:lvl2pPr>
            <a:lvl3pPr>
              <a:defRPr>
                <a:solidFill>
                  <a:schemeClr val="accent3"/>
                </a:solidFill>
              </a:defRPr>
            </a:lvl3pPr>
            <a:lvl4pPr>
              <a:defRPr>
                <a:solidFill>
                  <a:schemeClr val="accent3"/>
                </a:solidFill>
              </a:defRPr>
            </a:lvl4pPr>
            <a:lvl5pPr>
              <a:defRPr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/>
              <a:t>First name, last name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5C0DE360-379A-181A-9F66-A4E5E1F82FF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926605" y="4760215"/>
            <a:ext cx="1828800" cy="325410"/>
          </a:xfrm>
        </p:spPr>
        <p:txBody>
          <a:bodyPr wrap="square">
            <a:spAutoFit/>
          </a:bodyPr>
          <a:lstStyle>
            <a:lvl1pPr marL="0" indent="0">
              <a:spcBef>
                <a:spcPts val="600"/>
              </a:spcBef>
              <a:buNone/>
              <a:defRPr sz="1000"/>
            </a:lvl1pPr>
            <a:lvl2pPr marL="205867" indent="0">
              <a:spcBef>
                <a:spcPts val="1200"/>
              </a:spcBef>
              <a:buNone/>
              <a:defRPr sz="1200"/>
            </a:lvl2pPr>
            <a:lvl3pPr>
              <a:spcBef>
                <a:spcPts val="1200"/>
              </a:spcBef>
              <a:defRPr sz="1100"/>
            </a:lvl3pPr>
            <a:lvl4pPr>
              <a:spcBef>
                <a:spcPts val="1200"/>
              </a:spcBef>
              <a:defRPr sz="1100"/>
            </a:lvl4pPr>
            <a:lvl5pPr>
              <a:spcBef>
                <a:spcPts val="1200"/>
              </a:spcBef>
              <a:defRPr sz="1100"/>
            </a:lvl5pPr>
          </a:lstStyle>
          <a:p>
            <a:pPr lvl="0"/>
            <a:r>
              <a:rPr lang="en-US"/>
              <a:t>Role</a:t>
            </a:r>
            <a:br>
              <a:rPr lang="en-US"/>
            </a:br>
            <a:r>
              <a:rPr lang="en-US"/>
              <a:t>Company</a:t>
            </a:r>
          </a:p>
        </p:txBody>
      </p:sp>
      <p:sp>
        <p:nvSpPr>
          <p:cNvPr id="17" name="Text Placeholder 11">
            <a:extLst>
              <a:ext uri="{FF2B5EF4-FFF2-40B4-BE49-F238E27FC236}">
                <a16:creationId xmlns:a16="http://schemas.microsoft.com/office/drawing/2014/main" id="{7B8A09A5-93C8-4A70-0E67-E9F18DFBA7CD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436596" y="4760215"/>
            <a:ext cx="1828800" cy="325410"/>
          </a:xfrm>
        </p:spPr>
        <p:txBody>
          <a:bodyPr wrap="square">
            <a:spAutoFit/>
          </a:bodyPr>
          <a:lstStyle>
            <a:lvl1pPr marL="0" indent="0">
              <a:spcBef>
                <a:spcPts val="600"/>
              </a:spcBef>
              <a:buNone/>
              <a:defRPr sz="1000"/>
            </a:lvl1pPr>
            <a:lvl2pPr marL="205867" indent="0">
              <a:spcBef>
                <a:spcPts val="1200"/>
              </a:spcBef>
              <a:buNone/>
              <a:defRPr sz="1200"/>
            </a:lvl2pPr>
            <a:lvl3pPr>
              <a:spcBef>
                <a:spcPts val="1200"/>
              </a:spcBef>
              <a:defRPr sz="1100"/>
            </a:lvl3pPr>
            <a:lvl4pPr>
              <a:spcBef>
                <a:spcPts val="1200"/>
              </a:spcBef>
              <a:defRPr sz="1100"/>
            </a:lvl4pPr>
            <a:lvl5pPr>
              <a:spcBef>
                <a:spcPts val="1200"/>
              </a:spcBef>
              <a:defRPr sz="1100"/>
            </a:lvl5pPr>
          </a:lstStyle>
          <a:p>
            <a:pPr lvl="0"/>
            <a:r>
              <a:rPr lang="en-US"/>
              <a:t>Role</a:t>
            </a:r>
            <a:br>
              <a:rPr lang="en-US"/>
            </a:br>
            <a:r>
              <a:rPr lang="en-US"/>
              <a:t>Company</a:t>
            </a:r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3CBEF3CF-8EAA-624F-DCD1-4164D144A13A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946586" y="4760215"/>
            <a:ext cx="1828800" cy="325410"/>
          </a:xfrm>
        </p:spPr>
        <p:txBody>
          <a:bodyPr wrap="square">
            <a:spAutoFit/>
          </a:bodyPr>
          <a:lstStyle>
            <a:lvl1pPr marL="0" indent="0">
              <a:spcBef>
                <a:spcPts val="600"/>
              </a:spcBef>
              <a:buNone/>
              <a:defRPr sz="1000"/>
            </a:lvl1pPr>
            <a:lvl2pPr marL="205867" indent="0">
              <a:spcBef>
                <a:spcPts val="1200"/>
              </a:spcBef>
              <a:buNone/>
              <a:defRPr sz="1200"/>
            </a:lvl2pPr>
            <a:lvl3pPr>
              <a:spcBef>
                <a:spcPts val="1200"/>
              </a:spcBef>
              <a:defRPr sz="1100"/>
            </a:lvl3pPr>
            <a:lvl4pPr>
              <a:spcBef>
                <a:spcPts val="1200"/>
              </a:spcBef>
              <a:defRPr sz="1100"/>
            </a:lvl4pPr>
            <a:lvl5pPr>
              <a:spcBef>
                <a:spcPts val="1200"/>
              </a:spcBef>
              <a:defRPr sz="1100"/>
            </a:lvl5pPr>
          </a:lstStyle>
          <a:p>
            <a:pPr lvl="0"/>
            <a:r>
              <a:rPr lang="en-US"/>
              <a:t>Role</a:t>
            </a:r>
            <a:br>
              <a:rPr lang="en-US"/>
            </a:br>
            <a:r>
              <a:rPr lang="en-US"/>
              <a:t>Company</a:t>
            </a:r>
          </a:p>
        </p:txBody>
      </p:sp>
    </p:spTree>
    <p:extLst>
      <p:ext uri="{BB962C8B-B14F-4D97-AF65-F5344CB8AC3E}">
        <p14:creationId xmlns:p14="http://schemas.microsoft.com/office/powerpoint/2010/main" val="328502498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o alt - ligh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6F64CC6B-58AB-2FB2-95D1-E562FCA847FE}"/>
              </a:ext>
            </a:extLst>
          </p:cNvPr>
          <p:cNvSpPr>
            <a:spLocks noGrp="1" noChangeAspect="1"/>
          </p:cNvSpPr>
          <p:nvPr>
            <p:ph type="pic" sz="quarter" idx="22" hasCustomPrompt="1"/>
          </p:nvPr>
        </p:nvSpPr>
        <p:spPr>
          <a:xfrm>
            <a:off x="1416614" y="1619814"/>
            <a:ext cx="2799786" cy="2799786"/>
          </a:xfrm>
          <a:solidFill>
            <a:srgbClr val="ECECEB"/>
          </a:solidFill>
        </p:spPr>
        <p:txBody>
          <a:bodyPr bIns="914400" anchor="ctr">
            <a:normAutofit/>
          </a:bodyPr>
          <a:lstStyle>
            <a:lvl1pPr marL="0" indent="0" algn="ctr">
              <a:buNone/>
              <a:defRPr sz="11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icon, drag, or paste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3526BAE-028F-6A4C-BA31-2B52EF0F88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457200"/>
            <a:ext cx="11277600" cy="332399"/>
          </a:xfrm>
        </p:spPr>
        <p:txBody>
          <a:bodyPr wrap="square" lIns="0" tIns="0" rIns="0" bIns="0" anchor="t" anchorCtr="0">
            <a:spAutoFit/>
          </a:bodyPr>
          <a:lstStyle>
            <a:lvl1pPr>
              <a:lnSpc>
                <a:spcPct val="100000"/>
              </a:lnSpc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name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1B3A7B5-3F56-5DA1-99FC-CF456671A444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132E6C4-B1F0-4BF1-9F30-367641A4328E}" type="datetime1">
              <a:rPr lang="en-US" smtClean="0"/>
              <a:t>12/15/2025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6CB49AD2-D87C-78C9-F794-7396FF97AA14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© 2025–2027 Cognizant | Private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F59DFAC-5EEF-99F4-32FE-9F2BB1174281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8826FC0-333C-E549-9FA3-0EE43DF298A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B0658E3-47F0-47B8-654E-15FF9DA1845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840598" y="3450611"/>
            <a:ext cx="5014602" cy="249812"/>
          </a:xfrm>
        </p:spPr>
        <p:txBody>
          <a:bodyPr wrap="square">
            <a:spAutoFit/>
          </a:bodyPr>
          <a:lstStyle>
            <a:lvl1pPr marL="0" indent="0">
              <a:buNone/>
              <a:defRPr sz="1600">
                <a:solidFill>
                  <a:schemeClr val="accent2"/>
                </a:solidFill>
              </a:defRPr>
            </a:lvl1pPr>
            <a:lvl2pPr>
              <a:defRPr>
                <a:solidFill>
                  <a:schemeClr val="accent3"/>
                </a:solidFill>
              </a:defRPr>
            </a:lvl2pPr>
            <a:lvl3pPr>
              <a:defRPr>
                <a:solidFill>
                  <a:schemeClr val="accent3"/>
                </a:solidFill>
              </a:defRPr>
            </a:lvl3pPr>
            <a:lvl4pPr>
              <a:defRPr>
                <a:solidFill>
                  <a:schemeClr val="accent3"/>
                </a:solidFill>
              </a:defRPr>
            </a:lvl4pPr>
            <a:lvl5pPr>
              <a:defRPr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/>
              <a:t>Name here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5C0BCFD-9ECE-324E-1F65-2552ABC71A3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840596" y="3033418"/>
            <a:ext cx="6894204" cy="218586"/>
          </a:xfrm>
        </p:spPr>
        <p:txBody>
          <a:bodyPr wrap="square" anchor="b">
            <a:spAutoFit/>
          </a:bodyPr>
          <a:lstStyle>
            <a:lvl1pPr marL="0" indent="0">
              <a:spcBef>
                <a:spcPts val="600"/>
              </a:spcBef>
              <a:buNone/>
              <a:defRPr sz="1400"/>
            </a:lvl1pPr>
            <a:lvl2pPr marL="205867" indent="0">
              <a:spcBef>
                <a:spcPts val="1200"/>
              </a:spcBef>
              <a:buNone/>
              <a:defRPr sz="1200"/>
            </a:lvl2pPr>
            <a:lvl3pPr>
              <a:spcBef>
                <a:spcPts val="1200"/>
              </a:spcBef>
              <a:defRPr sz="1100"/>
            </a:lvl3pPr>
            <a:lvl4pPr>
              <a:spcBef>
                <a:spcPts val="1200"/>
              </a:spcBef>
              <a:defRPr sz="1100"/>
            </a:lvl4pPr>
            <a:lvl5pPr>
              <a:spcBef>
                <a:spcPts val="1200"/>
              </a:spcBef>
              <a:defRPr sz="1100"/>
            </a:lvl5pPr>
          </a:lstStyle>
          <a:p>
            <a:pPr lvl="0"/>
            <a:r>
              <a:rPr lang="en-US"/>
              <a:t>Bio here</a:t>
            </a:r>
          </a:p>
        </p:txBody>
      </p:sp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42B6C9C1-3E19-05D1-F320-DE21BED97E9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840597" y="3868550"/>
            <a:ext cx="5014599" cy="187359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buNone/>
              <a:defRPr sz="1200">
                <a:solidFill>
                  <a:schemeClr val="accent2"/>
                </a:solidFill>
              </a:defRPr>
            </a:lvl1pPr>
            <a:lvl2pPr>
              <a:defRPr>
                <a:solidFill>
                  <a:schemeClr val="accent3"/>
                </a:solidFill>
              </a:defRPr>
            </a:lvl2pPr>
            <a:lvl3pPr>
              <a:defRPr>
                <a:solidFill>
                  <a:schemeClr val="accent3"/>
                </a:solidFill>
              </a:defRPr>
            </a:lvl3pPr>
            <a:lvl4pPr>
              <a:defRPr>
                <a:solidFill>
                  <a:schemeClr val="accent3"/>
                </a:solidFill>
              </a:defRPr>
            </a:lvl4pPr>
            <a:lvl5pPr>
              <a:defRPr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117521092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6F64CC6B-58AB-2FB2-95D1-E562FCA847FE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0" y="0"/>
            <a:ext cx="12192000" cy="6858000"/>
          </a:xfrm>
          <a:solidFill>
            <a:srgbClr val="ECECEB"/>
          </a:solidFill>
        </p:spPr>
        <p:txBody>
          <a:bodyPr bIns="914400" anchor="ctr">
            <a:normAutofit/>
          </a:bodyPr>
          <a:lstStyle>
            <a:lvl1pPr marL="0" indent="0" algn="ctr">
              <a:buNone/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icon, drag, or paste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3526BAE-028F-6A4C-BA31-2B52EF0F88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2685238"/>
            <a:ext cx="7518399" cy="492443"/>
          </a:xfrm>
        </p:spPr>
        <p:txBody>
          <a:bodyPr wrap="square" lIns="0" tIns="0" rIns="0" bIns="0" anchor="ctr" anchorCtr="0">
            <a:spAutoFit/>
          </a:bodyPr>
          <a:lstStyle>
            <a:lvl1pPr>
              <a:lnSpc>
                <a:spcPct val="100000"/>
              </a:lnSpc>
              <a:spcBef>
                <a:spcPts val="1200"/>
              </a:spcBef>
              <a:defRPr sz="32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Case study name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1B3A7B5-3F56-5DA1-99FC-CF456671A444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37DFE8C-8509-49A2-AF2E-047CC8835CB7}" type="datetime1">
              <a:rPr lang="en-US" smtClean="0"/>
              <a:t>12/15/2025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6CB49AD2-D87C-78C9-F794-7396FF97AA14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 2025–2027 Cognizant | Private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F59DFAC-5EEF-99F4-32FE-9F2BB1174281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8826FC0-333C-E549-9FA3-0EE43DF298A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407907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RINT LAYOUTS">
    <p:bg>
      <p:bgPr>
        <a:solidFill>
          <a:schemeClr val="accent6">
            <a:lumMod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E16FD177-B563-EFF3-1BBA-DFAD35B66ED2}"/>
              </a:ext>
            </a:extLst>
          </p:cNvPr>
          <p:cNvSpPr txBox="1"/>
          <p:nvPr/>
        </p:nvSpPr>
        <p:spPr>
          <a:xfrm>
            <a:off x="1010479" y="1385366"/>
            <a:ext cx="10171054" cy="4087273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6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rPr>
              <a:t>PRINT</a:t>
            </a:r>
            <a:br>
              <a:rPr kumimoji="0" lang="en-US" sz="166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rPr>
            </a:br>
            <a:r>
              <a:rPr kumimoji="0" lang="en-US" sz="166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rPr>
              <a:t>LAYOUTS</a:t>
            </a:r>
            <a:endParaRPr kumimoji="0" lang="en-US" sz="7200" b="0" i="1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31772196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int 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D29CC-5BBF-E264-6E6C-26877D6190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457200"/>
            <a:ext cx="11277600" cy="332399"/>
          </a:xfrm>
        </p:spPr>
        <p:txBody>
          <a:bodyPr>
            <a:spAutoFit/>
          </a:bodyPr>
          <a:lstStyle>
            <a:lvl1pPr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97C8D286-D420-EE2D-6164-1E5FF70C4225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57200" y="1447800"/>
            <a:ext cx="11277600" cy="4716463"/>
          </a:xfrm>
        </p:spPr>
        <p:txBody>
          <a:bodyPr rIns="0" numCol="3" spcCol="365760"/>
          <a:lstStyle>
            <a:lvl1pPr marL="0" indent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Font typeface="Arial" panose="020B0604020202020204" pitchFamily="34" charset="0"/>
              <a:buNone/>
              <a:defRPr sz="1000" b="0" cap="none" spc="0" baseline="0">
                <a:solidFill>
                  <a:schemeClr val="tx2"/>
                </a:solidFill>
                <a:latin typeface="+mn-lt"/>
              </a:defRPr>
            </a:lvl1pPr>
            <a:lvl2pPr marL="234950" indent="-112713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 sz="900">
                <a:solidFill>
                  <a:schemeClr val="tx2"/>
                </a:solidFill>
                <a:latin typeface="+mn-lt"/>
              </a:defRPr>
            </a:lvl2pPr>
            <a:lvl3pPr marL="0" inden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None/>
              <a:tabLst/>
              <a:defRPr sz="1000" b="1" cap="none" spc="0" baseline="0">
                <a:solidFill>
                  <a:schemeClr val="accent2"/>
                </a:solidFill>
                <a:latin typeface="+mn-lt"/>
              </a:defRPr>
            </a:lvl3pPr>
            <a:lvl4pPr marL="458788" indent="-109538">
              <a:lnSpc>
                <a:spcPct val="110000"/>
              </a:lnSpc>
              <a:spcAft>
                <a:spcPts val="1200"/>
              </a:spcAft>
              <a:buClrTx/>
              <a:buSzPct val="90000"/>
              <a:buFont typeface="Arial" panose="020B0604020202020204" pitchFamily="34" charset="0"/>
              <a:buChar char="-"/>
              <a:tabLst/>
              <a:defRPr sz="800">
                <a:solidFill>
                  <a:schemeClr val="tx2"/>
                </a:solidFill>
                <a:latin typeface="+mn-lt"/>
              </a:defRPr>
            </a:lvl4pPr>
            <a:lvl5pPr marL="688975" indent="-109538">
              <a:lnSpc>
                <a:spcPct val="120000"/>
              </a:lnSpc>
              <a:spcAft>
                <a:spcPts val="1200"/>
              </a:spcAft>
              <a:buClrTx/>
              <a:buSzPct val="90000"/>
              <a:buFont typeface="Arial" panose="020B0604020202020204" pitchFamily="34" charset="0"/>
              <a:buChar char="-"/>
              <a:tabLst/>
              <a:defRPr sz="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Avoid bullets as a general rule</a:t>
            </a:r>
          </a:p>
          <a:p>
            <a:pPr lvl="1"/>
            <a:r>
              <a:rPr lang="en-US"/>
              <a:t>Second level (bullets)</a:t>
            </a:r>
          </a:p>
          <a:p>
            <a:pPr lvl="2"/>
            <a:r>
              <a:rPr lang="en-US"/>
              <a:t>Third level (subhead)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2328515-FC2B-A5A7-A51D-AD83EA148662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F083EE08-242B-4A71-BBFC-1917B887C945}" type="datetime1">
              <a:rPr lang="en-US" smtClean="0"/>
              <a:t>12/15/2025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8A78C47A-CC18-2B7E-01BA-B71033C96E4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© 2025–2027 Cognizant | Private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9B43DAB-918E-9FD2-A5E8-F9530136AAE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38826FC0-333C-E549-9FA3-0EE43DF298A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9301670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int layou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D29CC-5BBF-E264-6E6C-26877D6190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457200"/>
            <a:ext cx="11277600" cy="332399"/>
          </a:xfrm>
        </p:spPr>
        <p:txBody>
          <a:bodyPr>
            <a:spAutoFit/>
          </a:bodyPr>
          <a:lstStyle>
            <a:lvl1pPr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EFB2AB4E-99EA-866B-42DB-AA6B0640E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57200" y="1447800"/>
            <a:ext cx="7518400" cy="4716463"/>
          </a:xfrm>
        </p:spPr>
        <p:txBody>
          <a:bodyPr rIns="0" numCol="3" spcCol="365760"/>
          <a:lstStyle>
            <a:lvl1pPr marL="0" indent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Font typeface="Arial" panose="020B0604020202020204" pitchFamily="34" charset="0"/>
              <a:buNone/>
              <a:defRPr sz="1000" b="0" cap="none" spc="0" baseline="0">
                <a:solidFill>
                  <a:schemeClr val="tx2"/>
                </a:solidFill>
                <a:latin typeface="+mn-lt"/>
              </a:defRPr>
            </a:lvl1pPr>
            <a:lvl2pPr marL="234950" indent="-112713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 sz="900">
                <a:solidFill>
                  <a:schemeClr val="tx2"/>
                </a:solidFill>
                <a:latin typeface="+mn-lt"/>
              </a:defRPr>
            </a:lvl2pPr>
            <a:lvl3pPr marL="0" inden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None/>
              <a:tabLst/>
              <a:defRPr sz="1000" b="1" cap="none" spc="0" baseline="0">
                <a:solidFill>
                  <a:schemeClr val="accent2"/>
                </a:solidFill>
                <a:latin typeface="+mn-lt"/>
              </a:defRPr>
            </a:lvl3pPr>
            <a:lvl4pPr marL="458788" indent="-109538">
              <a:lnSpc>
                <a:spcPct val="110000"/>
              </a:lnSpc>
              <a:spcAft>
                <a:spcPts val="1200"/>
              </a:spcAft>
              <a:buClrTx/>
              <a:buSzPct val="90000"/>
              <a:buFont typeface="Arial" panose="020B0604020202020204" pitchFamily="34" charset="0"/>
              <a:buChar char="-"/>
              <a:tabLst/>
              <a:defRPr sz="800">
                <a:solidFill>
                  <a:schemeClr val="tx2"/>
                </a:solidFill>
                <a:latin typeface="+mn-lt"/>
              </a:defRPr>
            </a:lvl4pPr>
            <a:lvl5pPr marL="688975" indent="-109538">
              <a:lnSpc>
                <a:spcPct val="120000"/>
              </a:lnSpc>
              <a:spcAft>
                <a:spcPts val="1200"/>
              </a:spcAft>
              <a:buClrTx/>
              <a:buSzPct val="90000"/>
              <a:buFont typeface="Arial" panose="020B0604020202020204" pitchFamily="34" charset="0"/>
              <a:buChar char="-"/>
              <a:tabLst/>
              <a:defRPr sz="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Avoid bullets as a general rule</a:t>
            </a:r>
          </a:p>
          <a:p>
            <a:pPr lvl="1"/>
            <a:r>
              <a:rPr lang="en-US"/>
              <a:t>Second level (bullets)</a:t>
            </a:r>
          </a:p>
          <a:p>
            <a:pPr lvl="2"/>
            <a:r>
              <a:rPr lang="en-US"/>
              <a:t>Third level (subhead)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49FBA165-B4C4-9560-3B73-D4440E1274B4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B13BEB4-279F-4CFA-94FF-15B4712C7A8C}" type="datetime1">
              <a:rPr lang="en-US" smtClean="0"/>
              <a:t>12/15/2025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355393B2-66D7-C532-B4ED-1C7095A892B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© 2025–2027 Cognizant | Private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3E96471B-AF2B-8429-A5BE-4098F30AC55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38826FC0-333C-E549-9FA3-0EE43DF298A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FF811353-C714-762F-1AAE-32044BE7B552}"/>
              </a:ext>
            </a:extLst>
          </p:cNvPr>
          <p:cNvSpPr>
            <a:spLocks noGrp="1" noChangeAspect="1"/>
          </p:cNvSpPr>
          <p:nvPr>
            <p:ph type="pic" sz="quarter" idx="22" hasCustomPrompt="1"/>
          </p:nvPr>
        </p:nvSpPr>
        <p:spPr>
          <a:xfrm>
            <a:off x="8305800" y="1447800"/>
            <a:ext cx="3429000" cy="4716463"/>
          </a:xfrm>
          <a:solidFill>
            <a:srgbClr val="ECECEB"/>
          </a:solidFill>
        </p:spPr>
        <p:txBody>
          <a:bodyPr bIns="914400" anchor="ctr">
            <a:normAutofit/>
          </a:bodyPr>
          <a:lstStyle>
            <a:lvl1pPr marL="0" indent="0" algn="ctr">
              <a:buNone/>
              <a:defRPr sz="11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icon, drag, or paste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169899130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int layou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D29CC-5BBF-E264-6E6C-26877D6190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457200"/>
            <a:ext cx="11277600" cy="332399"/>
          </a:xfrm>
        </p:spPr>
        <p:txBody>
          <a:bodyPr>
            <a:spAutoFit/>
          </a:bodyPr>
          <a:lstStyle>
            <a:lvl1pPr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9" name="Content Placeholder 11">
            <a:extLst>
              <a:ext uri="{FF2B5EF4-FFF2-40B4-BE49-F238E27FC236}">
                <a16:creationId xmlns:a16="http://schemas.microsoft.com/office/drawing/2014/main" id="{259B0F51-32FC-A168-2D3A-C5941F904A9A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8305800" y="1447800"/>
            <a:ext cx="3429000" cy="4716463"/>
          </a:xfrm>
          <a:noFill/>
        </p:spPr>
        <p:txBody>
          <a:bodyPr bIns="1280160" anchor="ctr" anchorCtr="0"/>
          <a:lstStyle>
            <a:lvl1pPr marL="0" indent="0" algn="ctr">
              <a:buNone/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add content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E6871F2F-0300-3464-E2A2-7AF48ACCDA0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57200" y="1447800"/>
            <a:ext cx="7518400" cy="4716463"/>
          </a:xfrm>
        </p:spPr>
        <p:txBody>
          <a:bodyPr rIns="0" numCol="3" spcCol="365760"/>
          <a:lstStyle>
            <a:lvl1pPr marL="0" indent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Font typeface="Arial" panose="020B0604020202020204" pitchFamily="34" charset="0"/>
              <a:buNone/>
              <a:defRPr sz="1000" b="0" cap="none" spc="0" baseline="0">
                <a:solidFill>
                  <a:schemeClr val="tx2"/>
                </a:solidFill>
                <a:latin typeface="+mn-lt"/>
              </a:defRPr>
            </a:lvl1pPr>
            <a:lvl2pPr marL="234950" indent="-112713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 sz="900">
                <a:solidFill>
                  <a:schemeClr val="tx2"/>
                </a:solidFill>
                <a:latin typeface="+mn-lt"/>
              </a:defRPr>
            </a:lvl2pPr>
            <a:lvl3pPr marL="0" inden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None/>
              <a:tabLst/>
              <a:defRPr sz="1000" b="1" cap="none" spc="0" baseline="0">
                <a:solidFill>
                  <a:schemeClr val="accent2"/>
                </a:solidFill>
                <a:latin typeface="+mn-lt"/>
              </a:defRPr>
            </a:lvl3pPr>
            <a:lvl4pPr marL="458788" indent="-109538">
              <a:lnSpc>
                <a:spcPct val="110000"/>
              </a:lnSpc>
              <a:spcAft>
                <a:spcPts val="1200"/>
              </a:spcAft>
              <a:buClrTx/>
              <a:buSzPct val="90000"/>
              <a:buFont typeface="Arial" panose="020B0604020202020204" pitchFamily="34" charset="0"/>
              <a:buChar char="-"/>
              <a:tabLst/>
              <a:defRPr sz="800">
                <a:solidFill>
                  <a:schemeClr val="tx2"/>
                </a:solidFill>
                <a:latin typeface="+mn-lt"/>
              </a:defRPr>
            </a:lvl4pPr>
            <a:lvl5pPr marL="688975" indent="-109538">
              <a:lnSpc>
                <a:spcPct val="120000"/>
              </a:lnSpc>
              <a:spcAft>
                <a:spcPts val="1200"/>
              </a:spcAft>
              <a:buClrTx/>
              <a:buSzPct val="90000"/>
              <a:buFont typeface="Arial" panose="020B0604020202020204" pitchFamily="34" charset="0"/>
              <a:buChar char="-"/>
              <a:tabLst/>
              <a:defRPr sz="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Avoid bullets as a general rule</a:t>
            </a:r>
          </a:p>
          <a:p>
            <a:pPr lvl="1"/>
            <a:r>
              <a:rPr lang="en-US"/>
              <a:t>Second level (bullets)</a:t>
            </a:r>
          </a:p>
          <a:p>
            <a:pPr lvl="2"/>
            <a:r>
              <a:rPr lang="en-US"/>
              <a:t>Third level (subhead)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F5A834-2BF7-D718-8760-B751F1362C5B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9B5264BD-0A53-49A4-A87B-DD6D9786F337}" type="datetime1">
              <a:rPr lang="en-US" smtClean="0"/>
              <a:t>12/15/2025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AD15E00-493E-DA78-52D5-886D4490A1D0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© 2025–2027 Cognizant | Private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A2550889-1E0E-444C-2EB8-5E1C1E1649C8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38826FC0-333C-E549-9FA3-0EE43DF298A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0067035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int layou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D29CC-5BBF-E264-6E6C-26877D6190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457200"/>
            <a:ext cx="11277600" cy="332399"/>
          </a:xfrm>
        </p:spPr>
        <p:txBody>
          <a:bodyPr>
            <a:spAutoFit/>
          </a:bodyPr>
          <a:lstStyle>
            <a:lvl1pPr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A497A1BE-986B-0BD6-76A5-85ABDFBA41E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446381" y="2016681"/>
            <a:ext cx="3291841" cy="337080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10000"/>
              </a:lnSpc>
              <a:spcBef>
                <a:spcPts val="1200"/>
              </a:spcBef>
              <a:buNone/>
              <a:defRPr sz="1100">
                <a:solidFill>
                  <a:schemeClr val="accent1"/>
                </a:solidFill>
              </a:defRPr>
            </a:lvl1pPr>
            <a:lvl2pPr marL="12700" marR="0" indent="0" algn="l" defTabSz="914171" rtl="0" eaLnBrk="1" fontAlgn="auto" latinLnBrk="0" hangingPunct="1">
              <a:lnSpc>
                <a:spcPct val="110000"/>
              </a:lnSpc>
              <a:spcBef>
                <a:spcPts val="1200"/>
              </a:spcBef>
              <a:spcAft>
                <a:spcPts val="12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900" i="1">
                <a:solidFill>
                  <a:schemeClr val="tx2"/>
                </a:solidFill>
              </a:defRPr>
            </a:lvl2pPr>
            <a:lvl3pPr marL="9525" indent="619125">
              <a:buFontTx/>
              <a:buNone/>
              <a:tabLst/>
              <a:defRPr sz="900"/>
            </a:lvl3pPr>
          </a:lstStyle>
          <a:p>
            <a:pPr lvl="0"/>
            <a:r>
              <a:rPr lang="en-US"/>
              <a:t>Click to edit text</a:t>
            </a:r>
          </a:p>
          <a:p>
            <a:pPr marL="12700" marR="0" lvl="1" indent="0" algn="l" defTabSz="914171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edit text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CF16D66-A061-BB80-4196-FA88563E9FC5}"/>
              </a:ext>
            </a:extLst>
          </p:cNvPr>
          <p:cNvCxnSpPr>
            <a:cxnSpLocks noChangeAspect="1"/>
          </p:cNvCxnSpPr>
          <p:nvPr userDrawn="1"/>
        </p:nvCxnSpPr>
        <p:spPr>
          <a:xfrm>
            <a:off x="8446383" y="1455541"/>
            <a:ext cx="3154680" cy="0"/>
          </a:xfrm>
          <a:prstGeom prst="line">
            <a:avLst/>
          </a:prstGeom>
          <a:ln w="12700" cap="sq">
            <a:solidFill>
              <a:schemeClr val="accent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ontent Placeholder 4">
            <a:extLst>
              <a:ext uri="{FF2B5EF4-FFF2-40B4-BE49-F238E27FC236}">
                <a16:creationId xmlns:a16="http://schemas.microsoft.com/office/drawing/2014/main" id="{443B4273-80BC-4D4B-45D3-71EA235891D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57200" y="1447800"/>
            <a:ext cx="7518400" cy="4716463"/>
          </a:xfrm>
        </p:spPr>
        <p:txBody>
          <a:bodyPr rIns="0" numCol="3" spcCol="365760"/>
          <a:lstStyle>
            <a:lvl1pPr marL="0" indent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Font typeface="Arial" panose="020B0604020202020204" pitchFamily="34" charset="0"/>
              <a:buNone/>
              <a:defRPr sz="1000" b="0" cap="none" spc="0" baseline="0">
                <a:solidFill>
                  <a:schemeClr val="tx2"/>
                </a:solidFill>
                <a:latin typeface="+mj-lt"/>
              </a:defRPr>
            </a:lvl1pPr>
            <a:lvl2pPr marL="234950" indent="-112713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 sz="900">
                <a:solidFill>
                  <a:schemeClr val="tx2"/>
                </a:solidFill>
              </a:defRPr>
            </a:lvl2pPr>
            <a:lvl3pPr marL="0" inden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None/>
              <a:tabLst/>
              <a:defRPr sz="1000" b="1" cap="none" spc="0" baseline="0">
                <a:solidFill>
                  <a:schemeClr val="accent2"/>
                </a:solidFill>
              </a:defRPr>
            </a:lvl3pPr>
            <a:lvl4pPr marL="458788" indent="-109538">
              <a:lnSpc>
                <a:spcPct val="110000"/>
              </a:lnSpc>
              <a:spcAft>
                <a:spcPts val="1200"/>
              </a:spcAft>
              <a:buClrTx/>
              <a:buSzPct val="90000"/>
              <a:buFont typeface="Arial" panose="020B0604020202020204" pitchFamily="34" charset="0"/>
              <a:buChar char="-"/>
              <a:tabLst/>
              <a:defRPr sz="800">
                <a:solidFill>
                  <a:schemeClr val="tx2"/>
                </a:solidFill>
              </a:defRPr>
            </a:lvl4pPr>
            <a:lvl5pPr marL="688975" indent="-109538">
              <a:lnSpc>
                <a:spcPct val="120000"/>
              </a:lnSpc>
              <a:spcAft>
                <a:spcPts val="1200"/>
              </a:spcAft>
              <a:buClrTx/>
              <a:buSzPct val="90000"/>
              <a:buFont typeface="Arial" panose="020B0604020202020204" pitchFamily="34" charset="0"/>
              <a:buChar char="-"/>
              <a:tabLst/>
              <a:defRPr sz="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Avoid bullets as a general rule</a:t>
            </a:r>
          </a:p>
          <a:p>
            <a:pPr lvl="1"/>
            <a:r>
              <a:rPr lang="en-US"/>
              <a:t>Second level (bullets)</a:t>
            </a:r>
          </a:p>
          <a:p>
            <a:pPr lvl="2"/>
            <a:r>
              <a:rPr lang="en-US"/>
              <a:t>Third level (subhead)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A8D18051-2FD4-FBBA-DF0A-5AA5724D4CED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02270673-2AE4-4CF1-B42C-39EB59C29E9C}" type="datetime1">
              <a:rPr lang="en-US" smtClean="0"/>
              <a:t>12/15/2025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674FFEF-C1C1-A6A5-579D-03460B4B7B4E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© 2025–2027 Cognizant | Private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83CD4671-5EA7-FBFD-25EC-C2EB1310BC27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38826FC0-333C-E549-9FA3-0EE43DF298A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B4239B95-1BE5-65A8-8088-4245AFE6DC2A}"/>
              </a:ext>
            </a:extLst>
          </p:cNvPr>
          <p:cNvSpPr>
            <a:spLocks noChangeAspect="1"/>
          </p:cNvSpPr>
          <p:nvPr userDrawn="1"/>
        </p:nvSpPr>
        <p:spPr>
          <a:xfrm>
            <a:off x="8450629" y="1583574"/>
            <a:ext cx="292608" cy="297056"/>
          </a:xfrm>
          <a:custGeom>
            <a:avLst/>
            <a:gdLst>
              <a:gd name="connsiteX0" fmla="*/ 305136 w 336446"/>
              <a:gd name="connsiteY0" fmla="*/ 0 h 341560"/>
              <a:gd name="connsiteX1" fmla="*/ 336446 w 336446"/>
              <a:gd name="connsiteY1" fmla="*/ 49811 h 341560"/>
              <a:gd name="connsiteX2" fmla="*/ 278808 w 336446"/>
              <a:gd name="connsiteY2" fmla="*/ 98554 h 341560"/>
              <a:gd name="connsiteX3" fmla="*/ 258172 w 336446"/>
              <a:gd name="connsiteY3" fmla="*/ 192839 h 341560"/>
              <a:gd name="connsiteX4" fmla="*/ 325061 w 336446"/>
              <a:gd name="connsiteY4" fmla="*/ 192839 h 341560"/>
              <a:gd name="connsiteX5" fmla="*/ 325061 w 336446"/>
              <a:gd name="connsiteY5" fmla="*/ 341560 h 341560"/>
              <a:gd name="connsiteX6" fmla="*/ 187725 w 336446"/>
              <a:gd name="connsiteY6" fmla="*/ 341560 h 341560"/>
              <a:gd name="connsiteX7" fmla="*/ 187725 w 336446"/>
              <a:gd name="connsiteY7" fmla="*/ 224149 h 341560"/>
              <a:gd name="connsiteX8" fmla="*/ 210495 w 336446"/>
              <a:gd name="connsiteY8" fmla="*/ 86101 h 341560"/>
              <a:gd name="connsiteX9" fmla="*/ 305136 w 336446"/>
              <a:gd name="connsiteY9" fmla="*/ 0 h 341560"/>
              <a:gd name="connsiteX10" fmla="*/ 117411 w 336446"/>
              <a:gd name="connsiteY10" fmla="*/ 0 h 341560"/>
              <a:gd name="connsiteX11" fmla="*/ 148721 w 336446"/>
              <a:gd name="connsiteY11" fmla="*/ 49811 h 341560"/>
              <a:gd name="connsiteX12" fmla="*/ 91083 w 336446"/>
              <a:gd name="connsiteY12" fmla="*/ 98554 h 341560"/>
              <a:gd name="connsiteX13" fmla="*/ 70447 w 336446"/>
              <a:gd name="connsiteY13" fmla="*/ 192839 h 341560"/>
              <a:gd name="connsiteX14" fmla="*/ 137336 w 336446"/>
              <a:gd name="connsiteY14" fmla="*/ 192839 h 341560"/>
              <a:gd name="connsiteX15" fmla="*/ 137336 w 336446"/>
              <a:gd name="connsiteY15" fmla="*/ 341560 h 341560"/>
              <a:gd name="connsiteX16" fmla="*/ 0 w 336446"/>
              <a:gd name="connsiteY16" fmla="*/ 341560 h 341560"/>
              <a:gd name="connsiteX17" fmla="*/ 0 w 336446"/>
              <a:gd name="connsiteY17" fmla="*/ 224149 h 341560"/>
              <a:gd name="connsiteX18" fmla="*/ 22770 w 336446"/>
              <a:gd name="connsiteY18" fmla="*/ 86101 h 341560"/>
              <a:gd name="connsiteX19" fmla="*/ 117411 w 336446"/>
              <a:gd name="connsiteY19" fmla="*/ 0 h 341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336446" h="341560">
                <a:moveTo>
                  <a:pt x="305136" y="0"/>
                </a:moveTo>
                <a:lnTo>
                  <a:pt x="336446" y="49811"/>
                </a:lnTo>
                <a:cubicBezTo>
                  <a:pt x="310354" y="60722"/>
                  <a:pt x="291142" y="76969"/>
                  <a:pt x="278808" y="98554"/>
                </a:cubicBezTo>
                <a:cubicBezTo>
                  <a:pt x="266473" y="120139"/>
                  <a:pt x="259595" y="151567"/>
                  <a:pt x="258172" y="192839"/>
                </a:cubicBezTo>
                <a:lnTo>
                  <a:pt x="325061" y="192839"/>
                </a:lnTo>
                <a:lnTo>
                  <a:pt x="325061" y="341560"/>
                </a:lnTo>
                <a:lnTo>
                  <a:pt x="187725" y="341560"/>
                </a:lnTo>
                <a:lnTo>
                  <a:pt x="187725" y="224149"/>
                </a:lnTo>
                <a:cubicBezTo>
                  <a:pt x="187725" y="160581"/>
                  <a:pt x="195315" y="114565"/>
                  <a:pt x="210495" y="86101"/>
                </a:cubicBezTo>
                <a:cubicBezTo>
                  <a:pt x="230420" y="48150"/>
                  <a:pt x="261967" y="19450"/>
                  <a:pt x="305136" y="0"/>
                </a:cubicBezTo>
                <a:close/>
                <a:moveTo>
                  <a:pt x="117411" y="0"/>
                </a:moveTo>
                <a:lnTo>
                  <a:pt x="148721" y="49811"/>
                </a:lnTo>
                <a:cubicBezTo>
                  <a:pt x="122629" y="60722"/>
                  <a:pt x="103417" y="76969"/>
                  <a:pt x="91083" y="98554"/>
                </a:cubicBezTo>
                <a:cubicBezTo>
                  <a:pt x="78748" y="120139"/>
                  <a:pt x="71870" y="151567"/>
                  <a:pt x="70447" y="192839"/>
                </a:cubicBezTo>
                <a:lnTo>
                  <a:pt x="137336" y="192839"/>
                </a:lnTo>
                <a:lnTo>
                  <a:pt x="137336" y="341560"/>
                </a:lnTo>
                <a:lnTo>
                  <a:pt x="0" y="341560"/>
                </a:lnTo>
                <a:lnTo>
                  <a:pt x="0" y="224149"/>
                </a:lnTo>
                <a:cubicBezTo>
                  <a:pt x="0" y="160581"/>
                  <a:pt x="7590" y="114565"/>
                  <a:pt x="22770" y="86101"/>
                </a:cubicBezTo>
                <a:cubicBezTo>
                  <a:pt x="42695" y="48150"/>
                  <a:pt x="74242" y="19450"/>
                  <a:pt x="117411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114848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O NOT USE">
    <p:bg>
      <p:bgPr>
        <a:solidFill>
          <a:srgbClr val="B81F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13BE4D0-FD2D-17A7-0CB5-5D6CBED1C32D}"/>
              </a:ext>
            </a:extLst>
          </p:cNvPr>
          <p:cNvSpPr txBox="1"/>
          <p:nvPr/>
        </p:nvSpPr>
        <p:spPr>
          <a:xfrm>
            <a:off x="1581464" y="662092"/>
            <a:ext cx="9029075" cy="5533823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ctr">
              <a:lnSpc>
                <a:spcPct val="80000"/>
              </a:lnSpc>
              <a:spcAft>
                <a:spcPts val="1200"/>
              </a:spcAft>
            </a:pPr>
            <a:r>
              <a:rPr lang="en-US" sz="9600" b="1">
                <a:solidFill>
                  <a:schemeClr val="bg1"/>
                </a:solidFill>
              </a:rPr>
              <a:t>DO NOT USE </a:t>
            </a:r>
            <a:br>
              <a:rPr lang="en-US" sz="9600" b="1">
                <a:solidFill>
                  <a:schemeClr val="bg1"/>
                </a:solidFill>
              </a:rPr>
            </a:br>
            <a:r>
              <a:rPr lang="en-US" sz="9600" b="1">
                <a:solidFill>
                  <a:schemeClr val="bg1"/>
                </a:solidFill>
              </a:rPr>
              <a:t>ANY LAYOUTS </a:t>
            </a:r>
            <a:br>
              <a:rPr lang="en-US" sz="9600" b="1">
                <a:solidFill>
                  <a:schemeClr val="bg1"/>
                </a:solidFill>
              </a:rPr>
            </a:br>
            <a:r>
              <a:rPr lang="en-US" sz="9600" b="1">
                <a:solidFill>
                  <a:schemeClr val="bg1"/>
                </a:solidFill>
              </a:rPr>
              <a:t>BEYOND </a:t>
            </a:r>
            <a:br>
              <a:rPr lang="en-US" sz="9600" b="1">
                <a:solidFill>
                  <a:schemeClr val="bg1"/>
                </a:solidFill>
              </a:rPr>
            </a:br>
            <a:r>
              <a:rPr lang="en-US" sz="9600" b="1">
                <a:solidFill>
                  <a:schemeClr val="bg1"/>
                </a:solidFill>
              </a:rPr>
              <a:t>THIS POINT</a:t>
            </a:r>
          </a:p>
          <a:p>
            <a:pPr algn="ctr">
              <a:lnSpc>
                <a:spcPct val="90000"/>
              </a:lnSpc>
              <a:spcAft>
                <a:spcPts val="2400"/>
              </a:spcAft>
            </a:pPr>
            <a:r>
              <a:rPr lang="en-US" sz="3600" b="0" i="1">
                <a:solidFill>
                  <a:schemeClr val="bg1"/>
                </a:solidFill>
              </a:rPr>
              <a:t>They are not a part of the official template</a:t>
            </a:r>
          </a:p>
        </p:txBody>
      </p:sp>
    </p:spTree>
    <p:extLst>
      <p:ext uri="{BB962C8B-B14F-4D97-AF65-F5344CB8AC3E}">
        <p14:creationId xmlns:p14="http://schemas.microsoft.com/office/powerpoint/2010/main" val="1063617558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Layou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4703109E-6BFC-1742-809E-63EC7ED700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42416" y="6263641"/>
            <a:ext cx="1198179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© 2025 Cognizant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75DF075A-F997-DD4F-A1D4-62F7809FD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57199" y="6263639"/>
            <a:ext cx="352097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53E075B-3175-45CF-B3C7-FEDF3F5961E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BB521616-1FF6-5A4F-BBD4-A816DFE1A1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228602"/>
            <a:ext cx="10808209" cy="307777"/>
          </a:xfrm>
        </p:spPr>
        <p:txBody>
          <a:bodyPr wrap="square" lIns="0" tIns="0" rIns="0" bIns="0" anchor="t" anchorCtr="0">
            <a:noAutofit/>
          </a:bodyPr>
          <a:lstStyle>
            <a:lvl1pPr>
              <a:lnSpc>
                <a:spcPct val="100000"/>
              </a:lnSpc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7" name="Picture 5">
            <a:extLst>
              <a:ext uri="{FF2B5EF4-FFF2-40B4-BE49-F238E27FC236}">
                <a16:creationId xmlns:a16="http://schemas.microsoft.com/office/drawing/2014/main" id="{C1BBB40F-94FA-C21F-C6F3-6B471D3728A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468532" y="6352479"/>
            <a:ext cx="1362108" cy="408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032396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424C45-5A2E-CB28-D020-C4AC42FCC9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057F64-838E-B9B4-E897-AAC35FC0B0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843B73-418B-21A7-9A66-D1EDA4105A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8431A3-C22E-493D-9480-75FD681C0AB2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1737B9-F083-5418-0931-D2F9D681E3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1236A3-FE6F-8CE0-AFD1-346F2E820F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9F275B-D108-4E2D-8FFA-77F159F85B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07019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63" Type="http://schemas.openxmlformats.org/officeDocument/2006/relationships/slideLayout" Target="../slideLayouts/slideLayout63.xml"/><Relationship Id="rId68" Type="http://schemas.openxmlformats.org/officeDocument/2006/relationships/slideLayout" Target="../slideLayouts/slideLayout68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66" Type="http://schemas.openxmlformats.org/officeDocument/2006/relationships/slideLayout" Target="../slideLayouts/slideLayout66.xml"/><Relationship Id="rId5" Type="http://schemas.openxmlformats.org/officeDocument/2006/relationships/slideLayout" Target="../slideLayouts/slideLayout5.xml"/><Relationship Id="rId61" Type="http://schemas.openxmlformats.org/officeDocument/2006/relationships/slideLayout" Target="../slideLayouts/slideLayout61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64" Type="http://schemas.openxmlformats.org/officeDocument/2006/relationships/slideLayout" Target="../slideLayouts/slideLayout64.xml"/><Relationship Id="rId69" Type="http://schemas.openxmlformats.org/officeDocument/2006/relationships/slideLayout" Target="../slideLayouts/slideLayout69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72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67" Type="http://schemas.openxmlformats.org/officeDocument/2006/relationships/slideLayout" Target="../slideLayouts/slideLayout67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70" Type="http://schemas.openxmlformats.org/officeDocument/2006/relationships/slideLayout" Target="../slideLayouts/slideLayout7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65" Type="http://schemas.openxmlformats.org/officeDocument/2006/relationships/slideLayout" Target="../slideLayouts/slideLayout65.xml"/><Relationship Id="rId73" Type="http://schemas.openxmlformats.org/officeDocument/2006/relationships/image" Target="../media/image2.sv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9" Type="http://schemas.openxmlformats.org/officeDocument/2006/relationships/slideLayout" Target="../slideLayouts/slideLayout39.xml"/><Relationship Id="rId34" Type="http://schemas.openxmlformats.org/officeDocument/2006/relationships/slideLayout" Target="../slideLayouts/slideLayout34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7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AF230B5-518B-24CC-5360-65ED114C9C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7600" cy="332399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/>
              <a:t>Click to add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97B53D-6897-FB10-B4B4-55E663FD61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447800"/>
            <a:ext cx="7518400" cy="466344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2nd level text</a:t>
            </a:r>
          </a:p>
          <a:p>
            <a:pPr lvl="2"/>
            <a:r>
              <a:rPr lang="en-US"/>
              <a:t>3rd level text</a:t>
            </a:r>
          </a:p>
          <a:p>
            <a:pPr lvl="3"/>
            <a:r>
              <a:rPr lang="en-US"/>
              <a:t>4th level text</a:t>
            </a:r>
          </a:p>
          <a:p>
            <a:pPr lvl="4"/>
            <a:r>
              <a:rPr lang="en-US"/>
              <a:t>5th level text</a:t>
            </a:r>
          </a:p>
          <a:p>
            <a:pPr lvl="5"/>
            <a:r>
              <a:rPr lang="en-US"/>
              <a:t>6th level text</a:t>
            </a:r>
          </a:p>
          <a:p>
            <a:pPr lvl="6"/>
            <a:r>
              <a:rPr lang="en-US"/>
              <a:t>7th level text</a:t>
            </a:r>
          </a:p>
          <a:p>
            <a:pPr lvl="7"/>
            <a:r>
              <a:rPr lang="en-US"/>
              <a:t>8th level text</a:t>
            </a:r>
          </a:p>
          <a:p>
            <a:pPr lvl="8"/>
            <a:r>
              <a:rPr lang="en-US"/>
              <a:t>9th level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A3681C-7AE6-4CE0-F456-C8E648A626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57200" y="6400799"/>
            <a:ext cx="365760" cy="2286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700" b="0">
                <a:solidFill>
                  <a:schemeClr val="tx1"/>
                </a:solidFill>
              </a:defRPr>
            </a:lvl1pPr>
          </a:lstStyle>
          <a:p>
            <a:fld id="{38826FC0-333C-E549-9FA3-0EE43DF298A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77CCFE7-C984-DC56-6899-8A815F0548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05840" y="6400800"/>
            <a:ext cx="1371600" cy="2286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700" b="0">
                <a:solidFill>
                  <a:schemeClr val="tx1"/>
                </a:solidFill>
              </a:defRPr>
            </a:lvl1pPr>
          </a:lstStyle>
          <a:p>
            <a:r>
              <a:rPr lang="en-US"/>
              <a:t>© 2025–2027 Cognizant | Private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42283347-4EBC-C7DD-65E3-791D4DBA61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651760" y="6400800"/>
            <a:ext cx="1371600" cy="2286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700" b="0">
                <a:solidFill>
                  <a:schemeClr val="tx1"/>
                </a:solidFill>
              </a:defRPr>
            </a:lvl1pPr>
          </a:lstStyle>
          <a:p>
            <a:fld id="{6163746E-6A3F-469E-9AE5-F1676E47E1AF}" type="datetime1">
              <a:rPr lang="en-US" smtClean="0"/>
              <a:t>12/15/2025</a:t>
            </a:fld>
            <a:endParaRPr lang="en-US"/>
          </a:p>
        </p:txBody>
      </p:sp>
      <p:pic>
        <p:nvPicPr>
          <p:cNvPr id="4" name="Cognizant Logo_rgb_pos_2023">
            <a:extLst>
              <a:ext uri="{FF2B5EF4-FFF2-40B4-BE49-F238E27FC236}">
                <a16:creationId xmlns:a16="http://schemas.microsoft.com/office/drawing/2014/main" id="{322DD144-17A4-A3EC-5E8D-205928D3BD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72">
            <a:extLst>
              <a:ext uri="{96DAC541-7B7A-43D3-8B79-37D633B846F1}">
                <asvg:svgBlip xmlns:asvg="http://schemas.microsoft.com/office/drawing/2016/SVG/main" r:embed="rId73"/>
              </a:ext>
            </a:extLst>
          </a:blip>
          <a:stretch>
            <a:fillRect/>
          </a:stretch>
        </p:blipFill>
        <p:spPr>
          <a:xfrm>
            <a:off x="10591729" y="6454070"/>
            <a:ext cx="1170432" cy="205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4538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  <p:sldLayoutId id="2147483698" r:id="rId38"/>
    <p:sldLayoutId id="2147483699" r:id="rId39"/>
    <p:sldLayoutId id="2147483700" r:id="rId40"/>
    <p:sldLayoutId id="2147483701" r:id="rId41"/>
    <p:sldLayoutId id="2147483702" r:id="rId42"/>
    <p:sldLayoutId id="2147483703" r:id="rId43"/>
    <p:sldLayoutId id="2147483704" r:id="rId44"/>
    <p:sldLayoutId id="2147483705" r:id="rId45"/>
    <p:sldLayoutId id="2147483706" r:id="rId46"/>
    <p:sldLayoutId id="2147483707" r:id="rId47"/>
    <p:sldLayoutId id="2147483708" r:id="rId48"/>
    <p:sldLayoutId id="2147483709" r:id="rId49"/>
    <p:sldLayoutId id="2147483710" r:id="rId50"/>
    <p:sldLayoutId id="2147483711" r:id="rId51"/>
    <p:sldLayoutId id="2147483712" r:id="rId52"/>
    <p:sldLayoutId id="2147483713" r:id="rId53"/>
    <p:sldLayoutId id="2147483714" r:id="rId54"/>
    <p:sldLayoutId id="2147483715" r:id="rId55"/>
    <p:sldLayoutId id="2147483716" r:id="rId56"/>
    <p:sldLayoutId id="2147483717" r:id="rId57"/>
    <p:sldLayoutId id="2147483718" r:id="rId58"/>
    <p:sldLayoutId id="2147483719" r:id="rId59"/>
    <p:sldLayoutId id="2147483720" r:id="rId60"/>
    <p:sldLayoutId id="2147483721" r:id="rId61"/>
    <p:sldLayoutId id="2147483722" r:id="rId62"/>
    <p:sldLayoutId id="2147483723" r:id="rId63"/>
    <p:sldLayoutId id="2147483724" r:id="rId64"/>
    <p:sldLayoutId id="2147483725" r:id="rId65"/>
    <p:sldLayoutId id="2147483726" r:id="rId66"/>
    <p:sldLayoutId id="2147483727" r:id="rId67"/>
    <p:sldLayoutId id="2147483728" r:id="rId68"/>
    <p:sldLayoutId id="2147483729" r:id="rId69"/>
    <p:sldLayoutId id="2147483730" r:id="rId70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110000"/>
        </a:lnSpc>
        <a:spcBef>
          <a:spcPts val="600"/>
        </a:spcBef>
        <a:spcAft>
          <a:spcPts val="0"/>
        </a:spcAft>
        <a:buClr>
          <a:schemeClr val="tx1"/>
        </a:buClr>
        <a:buFont typeface="Arial" panose="020B0604020202020204" pitchFamily="34" charset="0"/>
        <a:buChar char="•"/>
        <a:tabLst/>
        <a:defRPr sz="16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393192" indent="-187325" algn="l" defTabSz="914400" rtl="0" eaLnBrk="1" latinLnBrk="0" hangingPunct="1">
        <a:lnSpc>
          <a:spcPct val="110000"/>
        </a:lnSpc>
        <a:spcBef>
          <a:spcPts val="600"/>
        </a:spcBef>
        <a:spcAft>
          <a:spcPts val="0"/>
        </a:spcAft>
        <a:buClr>
          <a:schemeClr val="tx1"/>
        </a:buClr>
        <a:buFont typeface="Arial" panose="020B0604020202020204" pitchFamily="34" charset="0"/>
        <a:buChar char="⁃"/>
        <a:tabLst/>
        <a:defRPr sz="1400" b="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594360" indent="-182880" algn="l" defTabSz="914400" rtl="0" eaLnBrk="1" latinLnBrk="0" hangingPunct="1">
        <a:lnSpc>
          <a:spcPct val="110000"/>
        </a:lnSpc>
        <a:spcBef>
          <a:spcPts val="600"/>
        </a:spcBef>
        <a:spcAft>
          <a:spcPts val="0"/>
        </a:spcAft>
        <a:buClr>
          <a:schemeClr val="tx1"/>
        </a:buClr>
        <a:buFont typeface="Arial" panose="020B0604020202020204" pitchFamily="34" charset="0"/>
        <a:buChar char="•"/>
        <a:tabLst/>
        <a:defRPr sz="1200" b="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82880" algn="l" defTabSz="914400" rtl="0" eaLnBrk="1" latinLnBrk="0" hangingPunct="1">
        <a:lnSpc>
          <a:spcPct val="110000"/>
        </a:lnSpc>
        <a:spcBef>
          <a:spcPts val="600"/>
        </a:spcBef>
        <a:spcAft>
          <a:spcPts val="0"/>
        </a:spcAft>
        <a:buClr>
          <a:schemeClr val="tx1"/>
        </a:buClr>
        <a:buFont typeface="Arial" panose="020B0604020202020204" pitchFamily="34" charset="0"/>
        <a:buChar char="•"/>
        <a:tabLst/>
        <a:defRPr sz="1200" b="0" kern="1200">
          <a:solidFill>
            <a:schemeClr val="tx1"/>
          </a:solidFill>
          <a:latin typeface="+mn-lt"/>
          <a:ea typeface="+mn-ea"/>
          <a:cs typeface="+mn-cs"/>
        </a:defRPr>
      </a:lvl4pPr>
      <a:lvl5pPr marL="594360" indent="-182880" algn="l" defTabSz="914400" rtl="0" eaLnBrk="1" latinLnBrk="0" hangingPunct="1">
        <a:lnSpc>
          <a:spcPct val="110000"/>
        </a:lnSpc>
        <a:spcBef>
          <a:spcPts val="600"/>
        </a:spcBef>
        <a:spcAft>
          <a:spcPts val="0"/>
        </a:spcAft>
        <a:buClr>
          <a:schemeClr val="tx1"/>
        </a:buClr>
        <a:buFont typeface="Arial" panose="020B0604020202020204" pitchFamily="34" charset="0"/>
        <a:buChar char="•"/>
        <a:tabLst/>
        <a:defRPr sz="1200" b="0" kern="1200">
          <a:solidFill>
            <a:schemeClr val="tx1"/>
          </a:solidFill>
          <a:latin typeface="+mn-lt"/>
          <a:ea typeface="+mn-ea"/>
          <a:cs typeface="+mn-cs"/>
        </a:defRPr>
      </a:lvl5pPr>
      <a:lvl6pPr marL="594360" indent="-182880" algn="l" defTabSz="914400" rtl="0" eaLnBrk="1" latinLnBrk="0" hangingPunct="1">
        <a:lnSpc>
          <a:spcPct val="110000"/>
        </a:lnSpc>
        <a:spcBef>
          <a:spcPts val="6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" indent="-182880" algn="l" defTabSz="914400" rtl="0" eaLnBrk="1" latinLnBrk="0" hangingPunct="1">
        <a:lnSpc>
          <a:spcPct val="110000"/>
        </a:lnSpc>
        <a:spcBef>
          <a:spcPts val="6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594360" indent="-182880" algn="l" defTabSz="914400" rtl="0" eaLnBrk="1" latinLnBrk="0" hangingPunct="1">
        <a:lnSpc>
          <a:spcPct val="110000"/>
        </a:lnSpc>
        <a:spcBef>
          <a:spcPts val="6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594360" indent="-182880" algn="l" defTabSz="914400" rtl="0" eaLnBrk="1" latinLnBrk="0" hangingPunct="1">
        <a:lnSpc>
          <a:spcPct val="110000"/>
        </a:lnSpc>
        <a:spcBef>
          <a:spcPts val="6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100" kern="11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100" kern="11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100" kern="11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100" kern="11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100" kern="11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100" kern="11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100" kern="11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100" kern="11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100" kern="11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9">
          <p15:clr>
            <a:srgbClr val="F26B43"/>
          </p15:clr>
        </p15:guide>
        <p15:guide id="20" pos="7680">
          <p15:clr>
            <a:srgbClr val="F26B43"/>
          </p15:clr>
        </p15:guide>
        <p15:guide id="21" pos="288">
          <p15:clr>
            <a:srgbClr val="F26B43"/>
          </p15:clr>
        </p15:guide>
        <p15:guide id="22" pos="1472">
          <p15:clr>
            <a:srgbClr val="F26B43"/>
          </p15:clr>
        </p15:guide>
        <p15:guide id="23" pos="2656">
          <p15:clr>
            <a:srgbClr val="F26B43"/>
          </p15:clr>
        </p15:guide>
        <p15:guide id="24" pos="3840">
          <p15:clr>
            <a:srgbClr val="F26B43"/>
          </p15:clr>
        </p15:guide>
        <p15:guide id="25" pos="5024">
          <p15:clr>
            <a:srgbClr val="F26B43"/>
          </p15:clr>
        </p15:guide>
        <p15:guide id="26" pos="6208">
          <p15:clr>
            <a:srgbClr val="F26B43"/>
          </p15:clr>
        </p15:guide>
        <p15:guide id="27" pos="7392">
          <p15:clr>
            <a:srgbClr val="F26B43"/>
          </p15:clr>
        </p15:guide>
        <p15:guide id="28" orient="horz">
          <p15:clr>
            <a:srgbClr val="F26B43"/>
          </p15:clr>
        </p15:guide>
        <p15:guide id="29" orient="horz" pos="4320">
          <p15:clr>
            <a:srgbClr val="F26B43"/>
          </p15:clr>
        </p15:guide>
        <p15:guide id="30" orient="horz" pos="288">
          <p15:clr>
            <a:srgbClr val="F26B43"/>
          </p15:clr>
        </p15:guide>
        <p15:guide id="31" orient="horz" pos="912">
          <p15:clr>
            <a:srgbClr val="F26B43"/>
          </p15:clr>
        </p15:guide>
        <p15:guide id="32" orient="horz" pos="1536">
          <p15:clr>
            <a:srgbClr val="F26B43"/>
          </p15:clr>
        </p15:guide>
        <p15:guide id="33" orient="horz" pos="2160">
          <p15:clr>
            <a:srgbClr val="F26B43"/>
          </p15:clr>
        </p15:guide>
        <p15:guide id="34" orient="horz" pos="2784">
          <p15:clr>
            <a:srgbClr val="F26B43"/>
          </p15:clr>
        </p15:guide>
        <p15:guide id="35" orient="horz" pos="3408">
          <p15:clr>
            <a:srgbClr val="F26B43"/>
          </p15:clr>
        </p15:guide>
        <p15:guide id="36" orient="horz" pos="403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13" Type="http://schemas.openxmlformats.org/officeDocument/2006/relationships/image" Target="../media/image27.png"/><Relationship Id="rId18" Type="http://schemas.openxmlformats.org/officeDocument/2006/relationships/image" Target="../media/image32.svg"/><Relationship Id="rId3" Type="http://schemas.openxmlformats.org/officeDocument/2006/relationships/image" Target="../media/image18.png"/><Relationship Id="rId7" Type="http://schemas.openxmlformats.org/officeDocument/2006/relationships/image" Target="../media/image21.png"/><Relationship Id="rId12" Type="http://schemas.openxmlformats.org/officeDocument/2006/relationships/image" Target="../media/image26.svg"/><Relationship Id="rId17" Type="http://schemas.openxmlformats.org/officeDocument/2006/relationships/image" Target="../media/image31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30.svg"/><Relationship Id="rId20" Type="http://schemas.openxmlformats.org/officeDocument/2006/relationships/image" Target="../media/image34.svg"/><Relationship Id="rId1" Type="http://schemas.openxmlformats.org/officeDocument/2006/relationships/slideLayout" Target="../slideLayouts/slideLayout26.xml"/><Relationship Id="rId6" Type="http://schemas.openxmlformats.org/officeDocument/2006/relationships/image" Target="../media/image20.svg"/><Relationship Id="rId11" Type="http://schemas.openxmlformats.org/officeDocument/2006/relationships/image" Target="../media/image25.png"/><Relationship Id="rId5" Type="http://schemas.openxmlformats.org/officeDocument/2006/relationships/image" Target="../media/image19.png"/><Relationship Id="rId15" Type="http://schemas.openxmlformats.org/officeDocument/2006/relationships/image" Target="../media/image29.png"/><Relationship Id="rId10" Type="http://schemas.openxmlformats.org/officeDocument/2006/relationships/image" Target="../media/image24.svg"/><Relationship Id="rId19" Type="http://schemas.openxmlformats.org/officeDocument/2006/relationships/image" Target="../media/image33.png"/><Relationship Id="rId4" Type="http://schemas.microsoft.com/office/2007/relationships/hdphoto" Target="../media/hdphoto1.wdp"/><Relationship Id="rId9" Type="http://schemas.openxmlformats.org/officeDocument/2006/relationships/image" Target="../media/image23.png"/><Relationship Id="rId14" Type="http://schemas.openxmlformats.org/officeDocument/2006/relationships/image" Target="../media/image28.sv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19540E-B881-1D7E-5D4F-23BE29E055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BD85C6F-378E-1DAE-5ADE-3FF87CDBF4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© 2025–2027 Cognizant | Private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64D2FC0-F504-9E49-47A8-D2D0E6FEFB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4506629"/>
              </p:ext>
            </p:extLst>
          </p:nvPr>
        </p:nvGraphicFramePr>
        <p:xfrm>
          <a:off x="457200" y="600260"/>
          <a:ext cx="11126479" cy="5803150"/>
        </p:xfrm>
        <a:graphic>
          <a:graphicData uri="http://schemas.openxmlformats.org/drawingml/2006/table">
            <a:tbl>
              <a:tblPr firstRow="1" bandRow="1">
                <a:tableStyleId>{74C1A8A3-306A-4EB7-A6B1-4F7E0EB9C5D6}</a:tableStyleId>
              </a:tblPr>
              <a:tblGrid>
                <a:gridCol w="1687957">
                  <a:extLst>
                    <a:ext uri="{9D8B030D-6E8A-4147-A177-3AD203B41FA5}">
                      <a16:colId xmlns:a16="http://schemas.microsoft.com/office/drawing/2014/main" val="2941320515"/>
                    </a:ext>
                  </a:extLst>
                </a:gridCol>
                <a:gridCol w="9438522">
                  <a:extLst>
                    <a:ext uri="{9D8B030D-6E8A-4147-A177-3AD203B41FA5}">
                      <a16:colId xmlns:a16="http://schemas.microsoft.com/office/drawing/2014/main" val="794752494"/>
                    </a:ext>
                  </a:extLst>
                </a:gridCol>
              </a:tblGrid>
              <a:tr h="452041">
                <a:tc>
                  <a:txBody>
                    <a:bodyPr/>
                    <a:lstStyle/>
                    <a:p>
                      <a:r>
                        <a:rPr lang="en-US" sz="1600"/>
                        <a:t>Initiative</a:t>
                      </a:r>
                      <a:endParaRPr lang="en-IN" sz="16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Accomplishments</a:t>
                      </a:r>
                      <a:endParaRPr lang="en-IN" sz="16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53991686"/>
                  </a:ext>
                </a:extLst>
              </a:tr>
              <a:tr h="452041">
                <a:tc>
                  <a:txBody>
                    <a:bodyPr/>
                    <a:lstStyle/>
                    <a:p>
                      <a:r>
                        <a:rPr lang="en-US" sz="1200" dirty="0" err="1"/>
                        <a:t>Bluebolt</a:t>
                      </a:r>
                      <a:endParaRPr lang="en-IN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IN" sz="1100" kern="11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Successfully reached &gt;95% with all parameters.</a:t>
                      </a:r>
                    </a:p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IN" sz="1100" kern="11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1027 ideas generated with target of 832.</a:t>
                      </a:r>
                    </a:p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IN" sz="1100" kern="11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186 ideas implemented with target of 159.</a:t>
                      </a:r>
                    </a:p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IN" sz="1100" kern="11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&gt;$200K client revenue generated</a:t>
                      </a:r>
                    </a:p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IN" sz="1100" kern="11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$1.4m client savings done in year 2025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IN" sz="1100" kern="11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$ 500k cognizant savings done in year 2025</a:t>
                      </a:r>
                      <a:endParaRPr lang="en-IN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5138328"/>
                  </a:ext>
                </a:extLst>
              </a:tr>
              <a:tr h="247715">
                <a:tc>
                  <a:txBody>
                    <a:bodyPr/>
                    <a:lstStyle/>
                    <a:p>
                      <a:r>
                        <a:rPr lang="en-US" sz="1200" dirty="0" err="1"/>
                        <a:t>GenC</a:t>
                      </a:r>
                      <a:endParaRPr lang="en-IN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100" kern="11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52%(32) of </a:t>
                      </a:r>
                      <a:r>
                        <a:rPr lang="en-US" sz="1100" kern="11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GenC’s</a:t>
                      </a:r>
                      <a:r>
                        <a:rPr lang="en-US" sz="1100" kern="11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allocated to Accounts as planned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100" kern="11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30% of </a:t>
                      </a:r>
                      <a:r>
                        <a:rPr lang="en-US" sz="1100" kern="11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GenC’s</a:t>
                      </a:r>
                      <a:r>
                        <a:rPr lang="en-US" sz="1100" kern="11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moved to billable positions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100" kern="11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10% </a:t>
                      </a:r>
                      <a:r>
                        <a:rPr lang="en-US" sz="1100" kern="11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GenC</a:t>
                      </a:r>
                      <a:r>
                        <a:rPr lang="en-US" sz="1100" kern="11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unbilled and without Client ID for &gt; 3 months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100" kern="11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2026 </a:t>
                      </a:r>
                      <a:r>
                        <a:rPr lang="en-US" sz="1100" kern="11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GenC</a:t>
                      </a:r>
                      <a:r>
                        <a:rPr lang="en-US" sz="1100" kern="11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Nominations submitted for India and NA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9772420"/>
                  </a:ext>
                </a:extLst>
              </a:tr>
              <a:tr h="804667">
                <a:tc>
                  <a:txBody>
                    <a:bodyPr/>
                    <a:lstStyle/>
                    <a:p>
                      <a:r>
                        <a:rPr lang="en-US" sz="1200" dirty="0"/>
                        <a:t>GenAI Adoption</a:t>
                      </a:r>
                      <a:endParaRPr lang="en-IN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100" kern="11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Tracking 16 Active projects with DE FTE &gt; 10.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100" kern="11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Gen AI adoption rate is 88% (% of Projects in Implement or Adopt or Impact phase)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kern="11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Code companion tools used: GitHub CoPilot, Amazon Q, Git Lab Duo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100" kern="11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Average LOC delivered using Gen AI: 64K with Machine Generated % of 20% to 25%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33192991"/>
                  </a:ext>
                </a:extLst>
              </a:tr>
              <a:tr h="452041">
                <a:tc>
                  <a:txBody>
                    <a:bodyPr/>
                    <a:lstStyle/>
                    <a:p>
                      <a:r>
                        <a:rPr lang="en-US" sz="1200" dirty="0"/>
                        <a:t>Talent Transformation</a:t>
                      </a:r>
                      <a:endParaRPr lang="en-IN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IN" sz="1100" kern="11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S2D – Achieved 125%</a:t>
                      </a:r>
                    </a:p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IN" sz="1100" kern="11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S2R – Achieved 99% (as of 11/30)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IN" sz="1100" kern="11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Battle of account initiative (GenAI Enablement for TFB associates) – Wave1 (Foundation) – 85% &amp; Wave2 (Role/Tool based) – 61%</a:t>
                      </a:r>
                      <a:r>
                        <a:rPr lang="en-US" sz="1100" kern="11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lang="en-IN" sz="1100" kern="11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52029039"/>
                  </a:ext>
                </a:extLst>
              </a:tr>
              <a:tr h="452041">
                <a:tc>
                  <a:txBody>
                    <a:bodyPr/>
                    <a:lstStyle/>
                    <a:p>
                      <a:r>
                        <a:rPr lang="en-US" sz="1200" dirty="0"/>
                        <a:t>L&amp;A</a:t>
                      </a:r>
                      <a:endParaRPr lang="en-IN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100" kern="11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Lean &amp; Automation – Target (24) , Achieved – 32.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100" kern="11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Dollar Savings Target - $409K, Achieved - $526K, Achieved 129% of the Dollar Target</a:t>
                      </a:r>
                      <a:endParaRPr lang="en-IN" sz="1100" kern="11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05756247"/>
                  </a:ext>
                </a:extLst>
              </a:tr>
              <a:tr h="452041">
                <a:tc>
                  <a:txBody>
                    <a:bodyPr/>
                    <a:lstStyle/>
                    <a:p>
                      <a:r>
                        <a:rPr lang="en-US" sz="1200" dirty="0"/>
                        <a:t>Fulfillment Velocity</a:t>
                      </a:r>
                      <a:endParaRPr lang="en-IN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100" kern="11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Process put in place to track demand Vs Fulfillment working closely with TSC and Account POC’s</a:t>
                      </a:r>
                    </a:p>
                    <a:p>
                      <a:pPr marL="171450" indent="-1714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100" kern="11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Achieved 84% fulfilment. 1126 out of 1349 demands fulfilled as of Nov’25</a:t>
                      </a:r>
                    </a:p>
                    <a:p>
                      <a:pPr marL="171450" indent="-1714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100" kern="11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82% demand fulfilled internally (from PDP or Account to Account movements)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85450735"/>
                  </a:ext>
                </a:extLst>
              </a:tr>
              <a:tr h="452041">
                <a:tc>
                  <a:txBody>
                    <a:bodyPr/>
                    <a:lstStyle/>
                    <a:p>
                      <a:r>
                        <a:rPr lang="en-IN" sz="1100" kern="11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MIP</a:t>
                      </a:r>
                      <a:endParaRPr lang="en-IN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100" kern="11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Implemented 162 MIP plans &amp; achieved the Savings of $4.01 Mn for FY’25 which helped to keep the OM% at 16.5%</a:t>
                      </a:r>
                    </a:p>
                    <a:p>
                      <a:pPr marL="171450" indent="-1714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endParaRPr lang="en-US" sz="1100" kern="11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03498567"/>
                  </a:ext>
                </a:extLst>
              </a:tr>
              <a:tr h="452041">
                <a:tc>
                  <a:txBody>
                    <a:bodyPr/>
                    <a:lstStyle/>
                    <a:p>
                      <a:r>
                        <a:rPr lang="en-IN" sz="1100" kern="11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IJM</a:t>
                      </a:r>
                      <a:endParaRPr lang="en-IN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2900" marR="0" lvl="0" indent="-342900">
                        <a:buFont typeface="Symbol" panose="05050102010706020507" pitchFamily="18" charset="2"/>
                        <a:buChar char=""/>
                      </a:pPr>
                      <a:r>
                        <a:rPr lang="en-IN" sz="1100" kern="11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Process put in place to track demand Vs Fulfilment working closely with TSC and Account POC’s</a:t>
                      </a:r>
                    </a:p>
                    <a:p>
                      <a:pPr marL="342900" marR="0" lvl="0" indent="-342900">
                        <a:buFont typeface="Symbol" panose="05050102010706020507" pitchFamily="18" charset="2"/>
                        <a:buChar char=""/>
                      </a:pPr>
                      <a:r>
                        <a:rPr lang="en-IN" sz="1100" kern="11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Achieved 84% fulfilment. 1126 out of 1349 demands fulfilled as of Nov’25</a:t>
                      </a:r>
                    </a:p>
                    <a:p>
                      <a:pPr marL="342900" marR="0" lvl="0" indent="-342900">
                        <a:buFont typeface="Symbol" panose="05050102010706020507" pitchFamily="18" charset="2"/>
                        <a:buChar char=""/>
                      </a:pPr>
                      <a:r>
                        <a:rPr lang="en-IN" sz="1100" kern="11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82% demand fulfilled internally (from PDP or Account to Account movements)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88554850"/>
                  </a:ext>
                </a:extLst>
              </a:tr>
            </a:tbl>
          </a:graphicData>
        </a:graphic>
      </p:graphicFrame>
      <p:sp>
        <p:nvSpPr>
          <p:cNvPr id="6" name="Title 5">
            <a:extLst>
              <a:ext uri="{FF2B5EF4-FFF2-40B4-BE49-F238E27FC236}">
                <a16:creationId xmlns:a16="http://schemas.microsoft.com/office/drawing/2014/main" id="{CDBE0E1A-D354-21F1-AA1C-689AC0D95E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64060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22275-BC99-DE9C-5C43-A1604DEE3F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AAA1E1E-B4E9-99D1-40F7-2217718B73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© 2025 Cognizant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33ECF9-BF47-6371-C68A-79417108A5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53E075B-3175-45CF-B3C7-FEDF3F5961E3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000048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2092E8AB-2A64-9564-8B57-D8D95121506D}"/>
              </a:ext>
            </a:extLst>
          </p:cNvPr>
          <p:cNvCxnSpPr/>
          <p:nvPr/>
        </p:nvCxnSpPr>
        <p:spPr>
          <a:xfrm>
            <a:off x="2470067" y="6161935"/>
            <a:ext cx="4031861" cy="0"/>
          </a:xfrm>
          <a:prstGeom prst="line">
            <a:avLst/>
          </a:prstGeom>
          <a:ln w="6350">
            <a:solidFill>
              <a:schemeClr val="accent3">
                <a:alpha val="44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Rectangle 85">
            <a:extLst>
              <a:ext uri="{FF2B5EF4-FFF2-40B4-BE49-F238E27FC236}">
                <a16:creationId xmlns:a16="http://schemas.microsoft.com/office/drawing/2014/main" id="{6A9272E6-FE26-D462-4FAD-FD0316138582}"/>
              </a:ext>
            </a:extLst>
          </p:cNvPr>
          <p:cNvSpPr/>
          <p:nvPr/>
        </p:nvSpPr>
        <p:spPr>
          <a:xfrm>
            <a:off x="355600" y="745752"/>
            <a:ext cx="8412479" cy="5579441"/>
          </a:xfrm>
          <a:prstGeom prst="rect">
            <a:avLst/>
          </a:prstGeom>
          <a:solidFill>
            <a:srgbClr val="2E308E"/>
          </a:solidFill>
          <a:ln w="3175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A49B9087-BF2E-20FF-CDEB-FED4DE6D9333}"/>
              </a:ext>
            </a:extLst>
          </p:cNvPr>
          <p:cNvSpPr/>
          <p:nvPr/>
        </p:nvSpPr>
        <p:spPr>
          <a:xfrm>
            <a:off x="545725" y="1207551"/>
            <a:ext cx="2259284" cy="1554480"/>
          </a:xfrm>
          <a:prstGeom prst="rect">
            <a:avLst/>
          </a:prstGeom>
          <a:solidFill>
            <a:schemeClr val="bg1"/>
          </a:solidFill>
          <a:ln w="3175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203F392F-3784-D519-7F4B-A90B424ACB14}"/>
              </a:ext>
            </a:extLst>
          </p:cNvPr>
          <p:cNvSpPr txBox="1"/>
          <p:nvPr/>
        </p:nvSpPr>
        <p:spPr>
          <a:xfrm>
            <a:off x="1220264" y="1436174"/>
            <a:ext cx="1188494" cy="307777"/>
          </a:xfrm>
          <a:prstGeom prst="rect">
            <a:avLst/>
          </a:prstGeom>
          <a:noFill/>
        </p:spPr>
        <p:txBody>
          <a:bodyPr wrap="square" lIns="0" rIns="91440">
            <a:spAutoFit/>
          </a:bodyPr>
          <a:lstStyle/>
          <a:p>
            <a:pPr lvl="0" algn="ctr" defTabSz="609585">
              <a:defRPr/>
            </a:pPr>
            <a:r>
              <a:rPr lang="en-US" sz="1400" b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Gen AI</a:t>
            </a: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C5F01044-C351-37AF-1D60-2B4572323338}"/>
              </a:ext>
            </a:extLst>
          </p:cNvPr>
          <p:cNvSpPr txBox="1"/>
          <p:nvPr/>
        </p:nvSpPr>
        <p:spPr>
          <a:xfrm>
            <a:off x="570410" y="1911394"/>
            <a:ext cx="1150994" cy="830997"/>
          </a:xfrm>
          <a:prstGeom prst="rect">
            <a:avLst/>
          </a:prstGeom>
          <a:noFill/>
        </p:spPr>
        <p:txBody>
          <a:bodyPr wrap="square" lIns="0" rIns="91440" anchor="ctr">
            <a:spAutoFit/>
          </a:bodyPr>
          <a:lstStyle/>
          <a:p>
            <a:pPr lvl="0" algn="ctr" defTabSz="609585">
              <a:defRPr/>
            </a:pPr>
            <a:r>
              <a:rPr lang="en-IN" sz="1200" b="1" i="1"/>
              <a:t>Adoption Rate</a:t>
            </a:r>
          </a:p>
          <a:p>
            <a:pPr lvl="0" algn="ctr" defTabSz="609585">
              <a:defRPr/>
            </a:pPr>
            <a:endParaRPr lang="en-IN" sz="1200" b="1"/>
          </a:p>
          <a:p>
            <a:pPr lvl="0" algn="ctr" defTabSz="609585">
              <a:defRPr/>
            </a:pPr>
            <a:r>
              <a:rPr lang="en-IN" sz="1200" b="1"/>
              <a:t>BFD: 68%</a:t>
            </a:r>
          </a:p>
          <a:p>
            <a:pPr lvl="0" algn="ctr" defTabSz="609585">
              <a:defRPr/>
            </a:pPr>
            <a:r>
              <a:rPr lang="en-IN" sz="1200" b="1"/>
              <a:t>BTM: 73%</a:t>
            </a:r>
            <a:endParaRPr lang="en-US" sz="1200" b="1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6" name="Rectangle 145">
            <a:extLst>
              <a:ext uri="{FF2B5EF4-FFF2-40B4-BE49-F238E27FC236}">
                <a16:creationId xmlns:a16="http://schemas.microsoft.com/office/drawing/2014/main" id="{6D777547-BFB4-A0A6-3E4E-63D05511F398}"/>
              </a:ext>
            </a:extLst>
          </p:cNvPr>
          <p:cNvSpPr/>
          <p:nvPr/>
        </p:nvSpPr>
        <p:spPr>
          <a:xfrm>
            <a:off x="3224089" y="1207551"/>
            <a:ext cx="2598336" cy="1554480"/>
          </a:xfrm>
          <a:prstGeom prst="rect">
            <a:avLst/>
          </a:prstGeom>
          <a:solidFill>
            <a:schemeClr val="bg1"/>
          </a:solidFill>
          <a:ln w="3175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47" name="Rectangle 146">
            <a:extLst>
              <a:ext uri="{FF2B5EF4-FFF2-40B4-BE49-F238E27FC236}">
                <a16:creationId xmlns:a16="http://schemas.microsoft.com/office/drawing/2014/main" id="{3F6016CE-1C60-E6C4-BCCB-C4CD237E883B}"/>
              </a:ext>
            </a:extLst>
          </p:cNvPr>
          <p:cNvSpPr/>
          <p:nvPr/>
        </p:nvSpPr>
        <p:spPr>
          <a:xfrm>
            <a:off x="6166375" y="1207551"/>
            <a:ext cx="2368025" cy="1554480"/>
          </a:xfrm>
          <a:prstGeom prst="rect">
            <a:avLst/>
          </a:prstGeom>
          <a:solidFill>
            <a:schemeClr val="bg1"/>
          </a:solidFill>
          <a:ln w="3175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48" name="Oval 147">
            <a:extLst>
              <a:ext uri="{FF2B5EF4-FFF2-40B4-BE49-F238E27FC236}">
                <a16:creationId xmlns:a16="http://schemas.microsoft.com/office/drawing/2014/main" id="{444C6B9B-6294-A757-8B23-0CC0C8BFA718}"/>
              </a:ext>
            </a:extLst>
          </p:cNvPr>
          <p:cNvSpPr/>
          <p:nvPr/>
        </p:nvSpPr>
        <p:spPr>
          <a:xfrm>
            <a:off x="3308925" y="1285437"/>
            <a:ext cx="592503" cy="60925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EA56CC14-0E3D-BE90-3972-229F0746EE1E}"/>
              </a:ext>
            </a:extLst>
          </p:cNvPr>
          <p:cNvSpPr txBox="1"/>
          <p:nvPr/>
        </p:nvSpPr>
        <p:spPr>
          <a:xfrm>
            <a:off x="3967372" y="1436174"/>
            <a:ext cx="1188494" cy="307777"/>
          </a:xfrm>
          <a:prstGeom prst="rect">
            <a:avLst/>
          </a:prstGeom>
          <a:noFill/>
        </p:spPr>
        <p:txBody>
          <a:bodyPr wrap="square" lIns="0" rIns="91440">
            <a:spAutoFit/>
          </a:bodyPr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b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Lean</a:t>
            </a: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116D1501-9FC6-54EE-E9EE-B3B367212160}"/>
              </a:ext>
            </a:extLst>
          </p:cNvPr>
          <p:cNvSpPr txBox="1"/>
          <p:nvPr/>
        </p:nvSpPr>
        <p:spPr>
          <a:xfrm>
            <a:off x="3622002" y="2032086"/>
            <a:ext cx="2103120" cy="523220"/>
          </a:xfrm>
          <a:prstGeom prst="rect">
            <a:avLst/>
          </a:prstGeom>
          <a:noFill/>
        </p:spPr>
        <p:txBody>
          <a:bodyPr wrap="square" lIns="0" rIns="91440" anchor="ctr">
            <a:spAutoFit/>
          </a:bodyPr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b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Lean: 60 (102%)</a:t>
            </a:r>
          </a:p>
          <a:p>
            <a:pPr lvl="0" algn="ctr" defTabSz="609585">
              <a:defRPr/>
            </a:pPr>
            <a:r>
              <a:rPr lang="en-IN" sz="1400" b="1"/>
              <a:t>196% - Dollar savings</a:t>
            </a:r>
            <a:endParaRPr lang="en-US" sz="1400" b="1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ABA6E4CD-315F-6192-2E8F-C70EEC174AC4}"/>
              </a:ext>
            </a:extLst>
          </p:cNvPr>
          <p:cNvSpPr txBox="1"/>
          <p:nvPr/>
        </p:nvSpPr>
        <p:spPr>
          <a:xfrm>
            <a:off x="6923814" y="1436174"/>
            <a:ext cx="1188494" cy="307777"/>
          </a:xfrm>
          <a:prstGeom prst="rect">
            <a:avLst/>
          </a:prstGeom>
          <a:noFill/>
        </p:spPr>
        <p:txBody>
          <a:bodyPr wrap="square" lIns="0" rIns="91440">
            <a:spAutoFit/>
          </a:bodyPr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Bluebolt</a:t>
            </a:r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92882E97-3F3B-A366-0C39-A688CA980121}"/>
              </a:ext>
            </a:extLst>
          </p:cNvPr>
          <p:cNvSpPr txBox="1"/>
          <p:nvPr/>
        </p:nvSpPr>
        <p:spPr>
          <a:xfrm>
            <a:off x="6167625" y="2169089"/>
            <a:ext cx="2103120" cy="307777"/>
          </a:xfrm>
          <a:prstGeom prst="rect">
            <a:avLst/>
          </a:prstGeom>
          <a:noFill/>
        </p:spPr>
        <p:txBody>
          <a:bodyPr wrap="square" lIns="0" rIns="91440" anchor="ctr">
            <a:spAutoFit/>
          </a:bodyPr>
          <a:lstStyle/>
          <a:p>
            <a:pPr lvl="0" algn="ctr" defTabSz="609585">
              <a:defRPr/>
            </a:pPr>
            <a:r>
              <a:rPr lang="en-IN" sz="1400" b="1"/>
              <a:t>Index: 92.98% YTD</a:t>
            </a:r>
            <a:endParaRPr lang="en-US" sz="1400" b="1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8" name="Rectangle 157">
            <a:extLst>
              <a:ext uri="{FF2B5EF4-FFF2-40B4-BE49-F238E27FC236}">
                <a16:creationId xmlns:a16="http://schemas.microsoft.com/office/drawing/2014/main" id="{2AA91CDF-2686-7DFA-D23E-216DE43A7762}"/>
              </a:ext>
            </a:extLst>
          </p:cNvPr>
          <p:cNvSpPr/>
          <p:nvPr/>
        </p:nvSpPr>
        <p:spPr>
          <a:xfrm>
            <a:off x="545725" y="2921147"/>
            <a:ext cx="2259284" cy="1554480"/>
          </a:xfrm>
          <a:prstGeom prst="rect">
            <a:avLst/>
          </a:prstGeom>
          <a:solidFill>
            <a:schemeClr val="bg1"/>
          </a:solidFill>
          <a:ln w="3175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59" name="Oval 158">
            <a:extLst>
              <a:ext uri="{FF2B5EF4-FFF2-40B4-BE49-F238E27FC236}">
                <a16:creationId xmlns:a16="http://schemas.microsoft.com/office/drawing/2014/main" id="{6684FCB3-016A-E96B-CAE6-3A065A60FB19}"/>
              </a:ext>
            </a:extLst>
          </p:cNvPr>
          <p:cNvSpPr/>
          <p:nvPr/>
        </p:nvSpPr>
        <p:spPr>
          <a:xfrm>
            <a:off x="627761" y="2980687"/>
            <a:ext cx="592503" cy="60925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925A6725-107B-F3CE-2700-849EDCE6D151}"/>
              </a:ext>
            </a:extLst>
          </p:cNvPr>
          <p:cNvSpPr txBox="1"/>
          <p:nvPr/>
        </p:nvSpPr>
        <p:spPr>
          <a:xfrm>
            <a:off x="1226769" y="3053036"/>
            <a:ext cx="1188494" cy="523220"/>
          </a:xfrm>
          <a:prstGeom prst="rect">
            <a:avLst/>
          </a:prstGeom>
          <a:noFill/>
        </p:spPr>
        <p:txBody>
          <a:bodyPr wrap="square" lIns="0" rIns="91440">
            <a:spAutoFit/>
          </a:bodyPr>
          <a:lstStyle/>
          <a:p>
            <a:pPr lvl="0" algn="ctr" defTabSz="609585">
              <a:defRPr/>
            </a:pPr>
            <a:r>
              <a:rPr lang="en-US" sz="1400" b="1" err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GenC</a:t>
            </a:r>
            <a:r>
              <a:rPr lang="en-US" sz="1400" b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Workforce</a:t>
            </a:r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AFD5FF82-FEC0-669D-AEFB-DDEE2EB678B1}"/>
              </a:ext>
            </a:extLst>
          </p:cNvPr>
          <p:cNvSpPr txBox="1"/>
          <p:nvPr/>
        </p:nvSpPr>
        <p:spPr>
          <a:xfrm>
            <a:off x="560923" y="3757178"/>
            <a:ext cx="2103120" cy="523220"/>
          </a:xfrm>
          <a:prstGeom prst="rect">
            <a:avLst/>
          </a:prstGeom>
          <a:noFill/>
        </p:spPr>
        <p:txBody>
          <a:bodyPr wrap="square" lIns="0" rIns="91440" anchor="ctr">
            <a:spAutoFit/>
          </a:bodyPr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b="1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GenC</a:t>
            </a:r>
            <a:r>
              <a:rPr lang="en-US" sz="1400" b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Intake: 202 (95%)</a:t>
            </a:r>
          </a:p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b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Billable </a:t>
            </a:r>
            <a:r>
              <a:rPr lang="en-US" sz="1400" b="1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GenC</a:t>
            </a:r>
            <a:r>
              <a:rPr lang="en-US" sz="1400" b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60%</a:t>
            </a:r>
          </a:p>
        </p:txBody>
      </p:sp>
      <p:sp>
        <p:nvSpPr>
          <p:cNvPr id="164" name="Rectangle 163">
            <a:extLst>
              <a:ext uri="{FF2B5EF4-FFF2-40B4-BE49-F238E27FC236}">
                <a16:creationId xmlns:a16="http://schemas.microsoft.com/office/drawing/2014/main" id="{90D6FA15-A459-BA8D-5143-93755063F546}"/>
              </a:ext>
            </a:extLst>
          </p:cNvPr>
          <p:cNvSpPr/>
          <p:nvPr/>
        </p:nvSpPr>
        <p:spPr>
          <a:xfrm>
            <a:off x="3224088" y="2921147"/>
            <a:ext cx="2598335" cy="1554480"/>
          </a:xfrm>
          <a:prstGeom prst="rect">
            <a:avLst/>
          </a:prstGeom>
          <a:solidFill>
            <a:schemeClr val="bg1"/>
          </a:solidFill>
          <a:ln w="3175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65" name="Rectangle 164">
            <a:extLst>
              <a:ext uri="{FF2B5EF4-FFF2-40B4-BE49-F238E27FC236}">
                <a16:creationId xmlns:a16="http://schemas.microsoft.com/office/drawing/2014/main" id="{B5D54C92-2FF9-4885-5882-5ACF2B9F09F3}"/>
              </a:ext>
            </a:extLst>
          </p:cNvPr>
          <p:cNvSpPr/>
          <p:nvPr/>
        </p:nvSpPr>
        <p:spPr>
          <a:xfrm>
            <a:off x="6166375" y="2921147"/>
            <a:ext cx="2368025" cy="1554480"/>
          </a:xfrm>
          <a:prstGeom prst="rect">
            <a:avLst/>
          </a:prstGeom>
          <a:solidFill>
            <a:schemeClr val="bg1"/>
          </a:solidFill>
          <a:ln w="3175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66" name="Oval 165">
            <a:extLst>
              <a:ext uri="{FF2B5EF4-FFF2-40B4-BE49-F238E27FC236}">
                <a16:creationId xmlns:a16="http://schemas.microsoft.com/office/drawing/2014/main" id="{646B642E-4DB9-D5B3-61B6-F87960DAF6A1}"/>
              </a:ext>
            </a:extLst>
          </p:cNvPr>
          <p:cNvSpPr/>
          <p:nvPr/>
        </p:nvSpPr>
        <p:spPr>
          <a:xfrm>
            <a:off x="3338224" y="3010021"/>
            <a:ext cx="592503" cy="60925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4A4B3FE2-F1F0-955B-66D4-BA601F5BB2B0}"/>
              </a:ext>
            </a:extLst>
          </p:cNvPr>
          <p:cNvSpPr txBox="1"/>
          <p:nvPr/>
        </p:nvSpPr>
        <p:spPr>
          <a:xfrm>
            <a:off x="3967372" y="3160758"/>
            <a:ext cx="1412380" cy="307777"/>
          </a:xfrm>
          <a:prstGeom prst="rect">
            <a:avLst/>
          </a:prstGeom>
          <a:noFill/>
        </p:spPr>
        <p:txBody>
          <a:bodyPr wrap="square" lIns="0" rIns="91440">
            <a:spAutoFit/>
          </a:bodyPr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b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NeuroIT Ops</a:t>
            </a:r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E6D09616-932F-389F-EF0B-E22DDB059A7E}"/>
              </a:ext>
            </a:extLst>
          </p:cNvPr>
          <p:cNvSpPr txBox="1"/>
          <p:nvPr/>
        </p:nvSpPr>
        <p:spPr>
          <a:xfrm>
            <a:off x="3518115" y="3757178"/>
            <a:ext cx="2207007" cy="523220"/>
          </a:xfrm>
          <a:prstGeom prst="rect">
            <a:avLst/>
          </a:prstGeom>
          <a:noFill/>
        </p:spPr>
        <p:txBody>
          <a:bodyPr wrap="square" lIns="0" rIns="91440" anchor="ctr">
            <a:spAutoFit/>
          </a:bodyPr>
          <a:lstStyle/>
          <a:p>
            <a:pPr algn="ctr" defTabSz="609585">
              <a:defRPr/>
            </a:pPr>
            <a:r>
              <a:rPr lang="en-US" sz="1400" b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Automation: 83 (122%)</a:t>
            </a:r>
          </a:p>
          <a:p>
            <a:pPr lvl="0" algn="ctr" defTabSz="609585">
              <a:defRPr/>
            </a:pPr>
            <a:r>
              <a:rPr lang="en-IN" sz="1400" b="1"/>
              <a:t>125% - Dollar Savings</a:t>
            </a:r>
            <a:endParaRPr lang="en-US" sz="1400" b="1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0" name="Oval 169">
            <a:extLst>
              <a:ext uri="{FF2B5EF4-FFF2-40B4-BE49-F238E27FC236}">
                <a16:creationId xmlns:a16="http://schemas.microsoft.com/office/drawing/2014/main" id="{C88B1A25-C11C-270C-4587-6889C5977D85}"/>
              </a:ext>
            </a:extLst>
          </p:cNvPr>
          <p:cNvSpPr/>
          <p:nvPr/>
        </p:nvSpPr>
        <p:spPr>
          <a:xfrm>
            <a:off x="6226537" y="2948993"/>
            <a:ext cx="592503" cy="60925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71" name="TextBox 170">
            <a:extLst>
              <a:ext uri="{FF2B5EF4-FFF2-40B4-BE49-F238E27FC236}">
                <a16:creationId xmlns:a16="http://schemas.microsoft.com/office/drawing/2014/main" id="{213676D5-FAC8-5502-778F-36D179D8CD0A}"/>
              </a:ext>
            </a:extLst>
          </p:cNvPr>
          <p:cNvSpPr txBox="1"/>
          <p:nvPr/>
        </p:nvSpPr>
        <p:spPr>
          <a:xfrm>
            <a:off x="6946503" y="3160758"/>
            <a:ext cx="1188494" cy="307777"/>
          </a:xfrm>
          <a:prstGeom prst="rect">
            <a:avLst/>
          </a:prstGeom>
          <a:noFill/>
        </p:spPr>
        <p:txBody>
          <a:bodyPr wrap="square" lIns="0" rIns="91440">
            <a:spAutoFit/>
          </a:bodyPr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IJM</a:t>
            </a:r>
          </a:p>
        </p:txBody>
      </p:sp>
      <p:sp>
        <p:nvSpPr>
          <p:cNvPr id="173" name="TextBox 172">
            <a:extLst>
              <a:ext uri="{FF2B5EF4-FFF2-40B4-BE49-F238E27FC236}">
                <a16:creationId xmlns:a16="http://schemas.microsoft.com/office/drawing/2014/main" id="{BCD636C9-D32C-3851-4C4F-5DFDBC59B5B3}"/>
              </a:ext>
            </a:extLst>
          </p:cNvPr>
          <p:cNvSpPr txBox="1"/>
          <p:nvPr/>
        </p:nvSpPr>
        <p:spPr>
          <a:xfrm>
            <a:off x="6209281" y="3757178"/>
            <a:ext cx="2103120" cy="523220"/>
          </a:xfrm>
          <a:prstGeom prst="rect">
            <a:avLst/>
          </a:prstGeom>
          <a:noFill/>
        </p:spPr>
        <p:txBody>
          <a:bodyPr wrap="square" lIns="0" rIns="91440" anchor="ctr">
            <a:spAutoFit/>
          </a:bodyPr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b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85 promoted</a:t>
            </a:r>
          </a:p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b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BTM: 48% | BFD: 52%</a:t>
            </a:r>
          </a:p>
        </p:txBody>
      </p:sp>
      <p:sp>
        <p:nvSpPr>
          <p:cNvPr id="174" name="Rectangle 173">
            <a:extLst>
              <a:ext uri="{FF2B5EF4-FFF2-40B4-BE49-F238E27FC236}">
                <a16:creationId xmlns:a16="http://schemas.microsoft.com/office/drawing/2014/main" id="{612E4E89-931D-54A0-5D71-DB64C894D506}"/>
              </a:ext>
            </a:extLst>
          </p:cNvPr>
          <p:cNvSpPr/>
          <p:nvPr/>
        </p:nvSpPr>
        <p:spPr>
          <a:xfrm>
            <a:off x="545725" y="4634744"/>
            <a:ext cx="2259284" cy="1554480"/>
          </a:xfrm>
          <a:prstGeom prst="rect">
            <a:avLst/>
          </a:prstGeom>
          <a:solidFill>
            <a:schemeClr val="bg1"/>
          </a:solidFill>
          <a:ln w="3175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75" name="Oval 174">
            <a:extLst>
              <a:ext uri="{FF2B5EF4-FFF2-40B4-BE49-F238E27FC236}">
                <a16:creationId xmlns:a16="http://schemas.microsoft.com/office/drawing/2014/main" id="{F81F25C0-7E21-0703-E658-C473CC105A56}"/>
              </a:ext>
            </a:extLst>
          </p:cNvPr>
          <p:cNvSpPr/>
          <p:nvPr/>
        </p:nvSpPr>
        <p:spPr>
          <a:xfrm>
            <a:off x="634266" y="4712315"/>
            <a:ext cx="592503" cy="60925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78" name="TextBox 177">
            <a:extLst>
              <a:ext uri="{FF2B5EF4-FFF2-40B4-BE49-F238E27FC236}">
                <a16:creationId xmlns:a16="http://schemas.microsoft.com/office/drawing/2014/main" id="{5841C113-F7EC-1FD0-08A1-B84AAB41D913}"/>
              </a:ext>
            </a:extLst>
          </p:cNvPr>
          <p:cNvSpPr txBox="1"/>
          <p:nvPr/>
        </p:nvSpPr>
        <p:spPr>
          <a:xfrm>
            <a:off x="627761" y="5577292"/>
            <a:ext cx="2103120" cy="523220"/>
          </a:xfrm>
          <a:prstGeom prst="rect">
            <a:avLst/>
          </a:prstGeom>
          <a:noFill/>
        </p:spPr>
        <p:txBody>
          <a:bodyPr wrap="square" lIns="0" rIns="91440" anchor="ctr">
            <a:spAutoFit/>
          </a:bodyPr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b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S2D: 140 (209%)</a:t>
            </a:r>
          </a:p>
          <a:p>
            <a:pPr algn="ctr" defTabSz="609585">
              <a:defRPr/>
            </a:pPr>
            <a:r>
              <a:rPr lang="en-US" sz="1400" b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S2R: 1243 (100%)</a:t>
            </a:r>
          </a:p>
        </p:txBody>
      </p:sp>
      <p:sp>
        <p:nvSpPr>
          <p:cNvPr id="179" name="Rectangle 178">
            <a:extLst>
              <a:ext uri="{FF2B5EF4-FFF2-40B4-BE49-F238E27FC236}">
                <a16:creationId xmlns:a16="http://schemas.microsoft.com/office/drawing/2014/main" id="{A9684291-BFCE-AB3F-6A6C-E41A4A4F6794}"/>
              </a:ext>
            </a:extLst>
          </p:cNvPr>
          <p:cNvSpPr/>
          <p:nvPr/>
        </p:nvSpPr>
        <p:spPr>
          <a:xfrm>
            <a:off x="3224089" y="4634744"/>
            <a:ext cx="2598334" cy="1554480"/>
          </a:xfrm>
          <a:prstGeom prst="rect">
            <a:avLst/>
          </a:prstGeom>
          <a:solidFill>
            <a:schemeClr val="bg1"/>
          </a:solidFill>
          <a:ln w="3175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80" name="Rectangle 179">
            <a:extLst>
              <a:ext uri="{FF2B5EF4-FFF2-40B4-BE49-F238E27FC236}">
                <a16:creationId xmlns:a16="http://schemas.microsoft.com/office/drawing/2014/main" id="{035C7CE3-D04D-4358-CE80-287E26CF389C}"/>
              </a:ext>
            </a:extLst>
          </p:cNvPr>
          <p:cNvSpPr/>
          <p:nvPr/>
        </p:nvSpPr>
        <p:spPr>
          <a:xfrm>
            <a:off x="6166375" y="4634744"/>
            <a:ext cx="2368025" cy="1554480"/>
          </a:xfrm>
          <a:prstGeom prst="rect">
            <a:avLst/>
          </a:prstGeom>
          <a:solidFill>
            <a:schemeClr val="bg1"/>
          </a:solidFill>
          <a:ln w="3175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81" name="Oval 180">
            <a:extLst>
              <a:ext uri="{FF2B5EF4-FFF2-40B4-BE49-F238E27FC236}">
                <a16:creationId xmlns:a16="http://schemas.microsoft.com/office/drawing/2014/main" id="{C6E7C541-EF15-8346-9B89-BD7AA8A21F13}"/>
              </a:ext>
            </a:extLst>
          </p:cNvPr>
          <p:cNvSpPr/>
          <p:nvPr/>
        </p:nvSpPr>
        <p:spPr>
          <a:xfrm>
            <a:off x="3308925" y="4712315"/>
            <a:ext cx="592503" cy="60925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82" name="TextBox 181">
            <a:extLst>
              <a:ext uri="{FF2B5EF4-FFF2-40B4-BE49-F238E27FC236}">
                <a16:creationId xmlns:a16="http://schemas.microsoft.com/office/drawing/2014/main" id="{B31908D9-00E0-AD29-08BD-38088303FAE6}"/>
              </a:ext>
            </a:extLst>
          </p:cNvPr>
          <p:cNvSpPr txBox="1"/>
          <p:nvPr/>
        </p:nvSpPr>
        <p:spPr>
          <a:xfrm>
            <a:off x="4009075" y="4755330"/>
            <a:ext cx="1188494" cy="523220"/>
          </a:xfrm>
          <a:prstGeom prst="rect">
            <a:avLst/>
          </a:prstGeom>
          <a:noFill/>
        </p:spPr>
        <p:txBody>
          <a:bodyPr wrap="square" lIns="0" rIns="91440">
            <a:spAutoFit/>
          </a:bodyPr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Talent Rotation</a:t>
            </a:r>
          </a:p>
        </p:txBody>
      </p:sp>
      <p:pic>
        <p:nvPicPr>
          <p:cNvPr id="183" name="Picture 8" descr="Group Icons - Free SVG &amp; PNG Group Images - Noun Project">
            <a:extLst>
              <a:ext uri="{FF2B5EF4-FFF2-40B4-BE49-F238E27FC236}">
                <a16:creationId xmlns:a16="http://schemas.microsoft.com/office/drawing/2014/main" id="{6483E7EF-4C2D-5C2E-47CB-F7078F7A2B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5126" y="4823015"/>
            <a:ext cx="377190" cy="3878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4" name="TextBox 183">
            <a:extLst>
              <a:ext uri="{FF2B5EF4-FFF2-40B4-BE49-F238E27FC236}">
                <a16:creationId xmlns:a16="http://schemas.microsoft.com/office/drawing/2014/main" id="{0F97D240-954D-4256-632B-C28F1CEF37A4}"/>
              </a:ext>
            </a:extLst>
          </p:cNvPr>
          <p:cNvSpPr txBox="1"/>
          <p:nvPr/>
        </p:nvSpPr>
        <p:spPr>
          <a:xfrm>
            <a:off x="3405126" y="5487014"/>
            <a:ext cx="2460533" cy="707886"/>
          </a:xfrm>
          <a:prstGeom prst="rect">
            <a:avLst/>
          </a:prstGeom>
          <a:noFill/>
        </p:spPr>
        <p:txBody>
          <a:bodyPr wrap="square" lIns="0" rIns="91440" anchor="ctr">
            <a:spAutoFit/>
          </a:bodyPr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b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Wave-1: 44 (100%)</a:t>
            </a:r>
          </a:p>
          <a:p>
            <a:pPr algn="ctr" defTabSz="609585">
              <a:defRPr/>
            </a:pPr>
            <a:r>
              <a:rPr lang="en-US" sz="1400" b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Wave-2: 36 (78%)</a:t>
            </a:r>
          </a:p>
          <a:p>
            <a:pPr algn="ctr" defTabSz="609585">
              <a:defRPr/>
            </a:pPr>
            <a:r>
              <a:rPr lang="en-US" sz="1100" i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(On Target by Dec end)</a:t>
            </a:r>
          </a:p>
        </p:txBody>
      </p:sp>
      <p:sp>
        <p:nvSpPr>
          <p:cNvPr id="185" name="Oval 184">
            <a:extLst>
              <a:ext uri="{FF2B5EF4-FFF2-40B4-BE49-F238E27FC236}">
                <a16:creationId xmlns:a16="http://schemas.microsoft.com/office/drawing/2014/main" id="{48BCAF0E-645A-042F-8063-F1FE952504BA}"/>
              </a:ext>
            </a:extLst>
          </p:cNvPr>
          <p:cNvSpPr/>
          <p:nvPr/>
        </p:nvSpPr>
        <p:spPr>
          <a:xfrm>
            <a:off x="6226537" y="4712315"/>
            <a:ext cx="592503" cy="60925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86" name="TextBox 185">
            <a:extLst>
              <a:ext uri="{FF2B5EF4-FFF2-40B4-BE49-F238E27FC236}">
                <a16:creationId xmlns:a16="http://schemas.microsoft.com/office/drawing/2014/main" id="{7F864CDA-980C-8199-4D69-F12E45CFABED}"/>
              </a:ext>
            </a:extLst>
          </p:cNvPr>
          <p:cNvSpPr txBox="1"/>
          <p:nvPr/>
        </p:nvSpPr>
        <p:spPr>
          <a:xfrm>
            <a:off x="6946503" y="4863052"/>
            <a:ext cx="1188494" cy="307777"/>
          </a:xfrm>
          <a:prstGeom prst="rect">
            <a:avLst/>
          </a:prstGeom>
          <a:noFill/>
        </p:spPr>
        <p:txBody>
          <a:bodyPr wrap="square" lIns="0" rIns="91440">
            <a:spAutoFit/>
          </a:bodyPr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KM Maturity</a:t>
            </a:r>
          </a:p>
        </p:txBody>
      </p:sp>
      <p:sp>
        <p:nvSpPr>
          <p:cNvPr id="188" name="TextBox 187">
            <a:extLst>
              <a:ext uri="{FF2B5EF4-FFF2-40B4-BE49-F238E27FC236}">
                <a16:creationId xmlns:a16="http://schemas.microsoft.com/office/drawing/2014/main" id="{DF5DEBBF-8DC8-0575-E1A1-41DBF43DB7E4}"/>
              </a:ext>
            </a:extLst>
          </p:cNvPr>
          <p:cNvSpPr txBox="1"/>
          <p:nvPr/>
        </p:nvSpPr>
        <p:spPr>
          <a:xfrm>
            <a:off x="6366150" y="5512334"/>
            <a:ext cx="1953099" cy="477054"/>
          </a:xfrm>
          <a:prstGeom prst="rect">
            <a:avLst/>
          </a:prstGeom>
          <a:noFill/>
        </p:spPr>
        <p:txBody>
          <a:bodyPr wrap="square" lIns="0" rIns="91440" anchor="ctr">
            <a:spAutoFit/>
          </a:bodyPr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b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YTD: 76%</a:t>
            </a:r>
          </a:p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100" i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(On Target by Dec end)</a:t>
            </a:r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71CF73C1-B1DF-19E7-456C-6F07AA156C47}"/>
              </a:ext>
            </a:extLst>
          </p:cNvPr>
          <p:cNvSpPr txBox="1"/>
          <p:nvPr/>
        </p:nvSpPr>
        <p:spPr>
          <a:xfrm>
            <a:off x="1243165" y="4755330"/>
            <a:ext cx="1412380" cy="523220"/>
          </a:xfrm>
          <a:prstGeom prst="rect">
            <a:avLst/>
          </a:prstGeom>
          <a:noFill/>
        </p:spPr>
        <p:txBody>
          <a:bodyPr wrap="square" lIns="0" rIns="91440">
            <a:spAutoFit/>
          </a:bodyPr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Talent Transformation</a:t>
            </a:r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EE564AC7-CFA2-4FCF-ADB9-512E9F22758C}"/>
              </a:ext>
            </a:extLst>
          </p:cNvPr>
          <p:cNvSpPr/>
          <p:nvPr/>
        </p:nvSpPr>
        <p:spPr>
          <a:xfrm>
            <a:off x="622120" y="1315742"/>
            <a:ext cx="548640" cy="54864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033" name="TextBox 1032">
            <a:extLst>
              <a:ext uri="{FF2B5EF4-FFF2-40B4-BE49-F238E27FC236}">
                <a16:creationId xmlns:a16="http://schemas.microsoft.com/office/drawing/2014/main" id="{2700BA9F-AA41-2574-2D20-53074BA9C447}"/>
              </a:ext>
            </a:extLst>
          </p:cNvPr>
          <p:cNvSpPr txBox="1"/>
          <p:nvPr/>
        </p:nvSpPr>
        <p:spPr>
          <a:xfrm>
            <a:off x="1691194" y="1907478"/>
            <a:ext cx="1150995" cy="830997"/>
          </a:xfrm>
          <a:prstGeom prst="rect">
            <a:avLst/>
          </a:prstGeom>
          <a:noFill/>
        </p:spPr>
        <p:txBody>
          <a:bodyPr wrap="square" lIns="0" rIns="91440" anchor="ctr">
            <a:spAutoFit/>
          </a:bodyPr>
          <a:lstStyle/>
          <a:p>
            <a:pPr lvl="0" algn="ctr" defTabSz="609585">
              <a:defRPr/>
            </a:pPr>
            <a:r>
              <a:rPr lang="en-IN" sz="1200" b="1" i="1" dirty="0"/>
              <a:t>Gen AI Rev.</a:t>
            </a:r>
          </a:p>
          <a:p>
            <a:pPr lvl="0" algn="ctr" defTabSz="609585">
              <a:defRPr/>
            </a:pPr>
            <a:endParaRPr lang="en-IN" sz="1200" b="1" dirty="0"/>
          </a:p>
          <a:p>
            <a:pPr lvl="0" algn="ctr" defTabSz="609585">
              <a:defRPr/>
            </a:pPr>
            <a:r>
              <a:rPr lang="en-IN" sz="1200" b="1" dirty="0"/>
              <a:t>$278K </a:t>
            </a:r>
          </a:p>
          <a:p>
            <a:pPr lvl="0" algn="ctr" defTabSz="609585">
              <a:defRPr/>
            </a:pPr>
            <a:r>
              <a:rPr lang="en-IN" sz="1200" b="1" dirty="0"/>
              <a:t>(Pac Life)</a:t>
            </a:r>
            <a:endParaRPr lang="en-US" sz="1200" b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036" name="Straight Connector 1035">
            <a:extLst>
              <a:ext uri="{FF2B5EF4-FFF2-40B4-BE49-F238E27FC236}">
                <a16:creationId xmlns:a16="http://schemas.microsoft.com/office/drawing/2014/main" id="{5B127FEF-F3E9-AA7E-43C0-E9845C1CC031}"/>
              </a:ext>
            </a:extLst>
          </p:cNvPr>
          <p:cNvCxnSpPr/>
          <p:nvPr/>
        </p:nvCxnSpPr>
        <p:spPr>
          <a:xfrm>
            <a:off x="1706753" y="1931305"/>
            <a:ext cx="0" cy="7812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0" name="Oval 1039">
            <a:extLst>
              <a:ext uri="{FF2B5EF4-FFF2-40B4-BE49-F238E27FC236}">
                <a16:creationId xmlns:a16="http://schemas.microsoft.com/office/drawing/2014/main" id="{55068AAD-C836-BB29-4DC2-4644D89E8BAD}"/>
              </a:ext>
            </a:extLst>
          </p:cNvPr>
          <p:cNvSpPr/>
          <p:nvPr/>
        </p:nvSpPr>
        <p:spPr>
          <a:xfrm>
            <a:off x="6212268" y="1285437"/>
            <a:ext cx="592503" cy="60925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1041" name="Picture 8">
            <a:extLst>
              <a:ext uri="{FF2B5EF4-FFF2-40B4-BE49-F238E27FC236}">
                <a16:creationId xmlns:a16="http://schemas.microsoft.com/office/drawing/2014/main" id="{94D2FAE6-F26E-41C7-23A2-926CDF0EF53E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6279919" y="1361462"/>
            <a:ext cx="457200" cy="457200"/>
          </a:xfrm>
          <a:prstGeom prst="rect">
            <a:avLst/>
          </a:prstGeom>
        </p:spPr>
      </p:pic>
      <p:pic>
        <p:nvPicPr>
          <p:cNvPr id="1042" name="Picture 105">
            <a:extLst>
              <a:ext uri="{FF2B5EF4-FFF2-40B4-BE49-F238E27FC236}">
                <a16:creationId xmlns:a16="http://schemas.microsoft.com/office/drawing/2014/main" id="{F52775F6-8E06-FC56-DFEA-4F39D4F763C5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694516" y="3086046"/>
            <a:ext cx="457200" cy="457200"/>
          </a:xfrm>
          <a:prstGeom prst="rect">
            <a:avLst/>
          </a:prstGeom>
        </p:spPr>
      </p:pic>
      <p:pic>
        <p:nvPicPr>
          <p:cNvPr id="1043" name="Picture 39">
            <a:extLst>
              <a:ext uri="{FF2B5EF4-FFF2-40B4-BE49-F238E27FC236}">
                <a16:creationId xmlns:a16="http://schemas.microsoft.com/office/drawing/2014/main" id="{52A28EB9-99B0-D812-77C3-F765A5419248}"/>
              </a:ext>
            </a:extLst>
          </p:cNvPr>
          <p:cNvPicPr>
            <a:picLocks noChangeAspect="1"/>
          </p:cNvPicPr>
          <p:nvPr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3440451" y="1424256"/>
            <a:ext cx="331612" cy="331612"/>
          </a:xfrm>
          <a:prstGeom prst="rect">
            <a:avLst/>
          </a:prstGeom>
        </p:spPr>
      </p:pic>
      <p:pic>
        <p:nvPicPr>
          <p:cNvPr id="1044" name="Picture 114">
            <a:extLst>
              <a:ext uri="{FF2B5EF4-FFF2-40B4-BE49-F238E27FC236}">
                <a16:creationId xmlns:a16="http://schemas.microsoft.com/office/drawing/2014/main" id="{E0DEFE18-778D-8BDB-FD31-3139EA565D4D}"/>
              </a:ext>
            </a:extLst>
          </p:cNvPr>
          <p:cNvPicPr>
            <a:picLocks noChangeAspect="1"/>
          </p:cNvPicPr>
          <p:nvPr/>
        </p:nvPicPr>
        <p:blipFill>
          <a:blip r:embed="rId11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/>
        </p:blipFill>
        <p:spPr>
          <a:xfrm>
            <a:off x="694235" y="1391546"/>
            <a:ext cx="397032" cy="397032"/>
          </a:xfrm>
          <a:prstGeom prst="rect">
            <a:avLst/>
          </a:prstGeom>
        </p:spPr>
      </p:pic>
      <p:pic>
        <p:nvPicPr>
          <p:cNvPr id="1045" name="Picture 7">
            <a:extLst>
              <a:ext uri="{FF2B5EF4-FFF2-40B4-BE49-F238E27FC236}">
                <a16:creationId xmlns:a16="http://schemas.microsoft.com/office/drawing/2014/main" id="{2E451D64-0F68-481D-843D-B6BDCA655742}"/>
              </a:ext>
            </a:extLst>
          </p:cNvPr>
          <p:cNvPicPr>
            <a:picLocks noChangeAspect="1"/>
          </p:cNvPicPr>
          <p:nvPr/>
        </p:nvPicPr>
        <p:blipFill>
          <a:blip r:embed="rId1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rcRect/>
          <a:stretch/>
        </p:blipFill>
        <p:spPr>
          <a:xfrm>
            <a:off x="6342367" y="4814797"/>
            <a:ext cx="404287" cy="404287"/>
          </a:xfrm>
          <a:prstGeom prst="rect">
            <a:avLst/>
          </a:prstGeom>
        </p:spPr>
      </p:pic>
      <p:pic>
        <p:nvPicPr>
          <p:cNvPr id="1046" name="Picture 11">
            <a:extLst>
              <a:ext uri="{FF2B5EF4-FFF2-40B4-BE49-F238E27FC236}">
                <a16:creationId xmlns:a16="http://schemas.microsoft.com/office/drawing/2014/main" id="{04BF0806-D543-17A0-2FA9-EC2CE824775B}"/>
              </a:ext>
            </a:extLst>
          </p:cNvPr>
          <p:cNvPicPr>
            <a:picLocks noChangeAspect="1"/>
          </p:cNvPicPr>
          <p:nvPr/>
        </p:nvPicPr>
        <p:blipFill>
          <a:blip r:embed="rId15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rcRect/>
          <a:stretch/>
        </p:blipFill>
        <p:spPr>
          <a:xfrm>
            <a:off x="701586" y="4794515"/>
            <a:ext cx="444851" cy="444851"/>
          </a:xfrm>
          <a:prstGeom prst="rect">
            <a:avLst/>
          </a:prstGeom>
        </p:spPr>
      </p:pic>
      <p:pic>
        <p:nvPicPr>
          <p:cNvPr id="1047" name="Graphic 71">
            <a:extLst>
              <a:ext uri="{FF2B5EF4-FFF2-40B4-BE49-F238E27FC236}">
                <a16:creationId xmlns:a16="http://schemas.microsoft.com/office/drawing/2014/main" id="{23EC00DD-0A8F-A653-62F5-96052FFE1EB1}"/>
              </a:ext>
            </a:extLst>
          </p:cNvPr>
          <p:cNvPicPr>
            <a:picLocks noChangeAspect="1"/>
          </p:cNvPicPr>
          <p:nvPr/>
        </p:nvPicPr>
        <p:blipFill>
          <a:blip r:embed="rId17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rcRect/>
          <a:stretch/>
        </p:blipFill>
        <p:spPr>
          <a:xfrm>
            <a:off x="6283853" y="2982375"/>
            <a:ext cx="485373" cy="485373"/>
          </a:xfrm>
          <a:prstGeom prst="rect">
            <a:avLst/>
          </a:prstGeom>
        </p:spPr>
      </p:pic>
      <p:pic>
        <p:nvPicPr>
          <p:cNvPr id="1048" name="Picture 9">
            <a:extLst>
              <a:ext uri="{FF2B5EF4-FFF2-40B4-BE49-F238E27FC236}">
                <a16:creationId xmlns:a16="http://schemas.microsoft.com/office/drawing/2014/main" id="{68D05D49-5E7C-2BA1-AB6D-CF5BC8D54F2B}"/>
              </a:ext>
            </a:extLst>
          </p:cNvPr>
          <p:cNvPicPr>
            <a:picLocks noChangeAspect="1"/>
          </p:cNvPicPr>
          <p:nvPr/>
        </p:nvPicPr>
        <p:blipFill>
          <a:blip r:embed="rId19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rcRect/>
          <a:stretch/>
        </p:blipFill>
        <p:spPr>
          <a:xfrm>
            <a:off x="3438118" y="3116738"/>
            <a:ext cx="395816" cy="395816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44F7A175-E429-ED97-5830-95EA0EAF2ACA}"/>
              </a:ext>
            </a:extLst>
          </p:cNvPr>
          <p:cNvSpPr/>
          <p:nvPr/>
        </p:nvSpPr>
        <p:spPr>
          <a:xfrm>
            <a:off x="8915185" y="745752"/>
            <a:ext cx="2921215" cy="557944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400" b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Bluebolt –</a:t>
            </a:r>
            <a:endParaRPr lang="en-IN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>
                <a:solidFill>
                  <a:schemeClr val="tx1"/>
                </a:solidFill>
              </a:rPr>
              <a:t>Market Unit Ranking: Maintained #2 position for 4 consecutive months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>
                <a:solidFill>
                  <a:schemeClr val="tx1"/>
                </a:solidFill>
              </a:rPr>
              <a:t>$3.15M client cost savings, $1.6M Cognizant cost savings.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>
                <a:solidFill>
                  <a:schemeClr val="tx1"/>
                </a:solidFill>
              </a:rPr>
              <a:t>$290K client revenue, $399K Cognizant revenue YTD,  Pipelined $1M Cognizant revenue for review</a:t>
            </a:r>
          </a:p>
          <a:p>
            <a:endParaRPr lang="en-IN" sz="1400" b="1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1400" b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GenAI –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>
                <a:solidFill>
                  <a:schemeClr val="tx1"/>
                </a:solidFill>
              </a:rPr>
              <a:t>Benefit Realization for Insurance 2 achieved 100% in Release FTE (23 FTE release from BFD)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>
                <a:solidFill>
                  <a:srgbClr val="000000"/>
                </a:solidFill>
              </a:rPr>
              <a:t>45 Gen AI Case Studies Created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IN" sz="1200">
              <a:solidFill>
                <a:schemeClr val="tx1"/>
              </a:solidFill>
            </a:endParaRPr>
          </a:p>
          <a:p>
            <a:endParaRPr lang="en-IN" sz="1400" b="1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1400" b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NeuroIT Ops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200">
                <a:solidFill>
                  <a:schemeClr val="tx1"/>
                </a:solidFill>
              </a:rPr>
              <a:t>NeuroIT Ops adoption for CNO, Trustmark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200">
                <a:solidFill>
                  <a:schemeClr val="tx1"/>
                </a:solidFill>
              </a:rPr>
              <a:t>CNO – Tools rationalization completed in Q1, MVP completed in Q2. </a:t>
            </a:r>
            <a:r>
              <a:rPr lang="en-US" sz="1200" b="1">
                <a:solidFill>
                  <a:schemeClr val="tx1"/>
                </a:solidFill>
              </a:rPr>
              <a:t>Single pane of Glass</a:t>
            </a:r>
            <a:r>
              <a:rPr lang="en-US" sz="1200">
                <a:solidFill>
                  <a:schemeClr val="tx1"/>
                </a:solidFill>
              </a:rPr>
              <a:t> achieved for Real time monitoring and faster RCA</a:t>
            </a:r>
            <a:endParaRPr lang="en-IN" sz="120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>
                <a:solidFill>
                  <a:schemeClr val="tx1"/>
                </a:solidFill>
              </a:rPr>
              <a:t>Trustmark –Implementation of Observability, event management and AIOps in progress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72741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666A45-E176-FF38-2F90-889568479A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71A4198-DA67-E6B2-EF06-304E637AD6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2025–2027 Cognizant | Private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4D7629B-7310-64D3-D191-AD50C48988F7}"/>
              </a:ext>
            </a:extLst>
          </p:cNvPr>
          <p:cNvSpPr/>
          <p:nvPr/>
        </p:nvSpPr>
        <p:spPr>
          <a:xfrm>
            <a:off x="535259" y="228600"/>
            <a:ext cx="9210907" cy="5859966"/>
          </a:xfrm>
          <a:prstGeom prst="rect">
            <a:avLst/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246149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heme/theme1.xml><?xml version="1.0" encoding="utf-8"?>
<a:theme xmlns:a="http://schemas.openxmlformats.org/drawingml/2006/main" name="Cognizant_2024">
  <a:themeElements>
    <a:clrScheme name="Cognizant v2">
      <a:dk1>
        <a:srgbClr val="000048"/>
      </a:dk1>
      <a:lt1>
        <a:srgbClr val="FFFFFF"/>
      </a:lt1>
      <a:dk2>
        <a:srgbClr val="000048"/>
      </a:dk2>
      <a:lt2>
        <a:srgbClr val="FFFFFF"/>
      </a:lt2>
      <a:accent1>
        <a:srgbClr val="000048"/>
      </a:accent1>
      <a:accent2>
        <a:srgbClr val="2F78C4"/>
      </a:accent2>
      <a:accent3>
        <a:srgbClr val="92BBE6"/>
      </a:accent3>
      <a:accent4>
        <a:srgbClr val="05819B"/>
      </a:accent4>
      <a:accent5>
        <a:srgbClr val="2E308E"/>
      </a:accent5>
      <a:accent6>
        <a:srgbClr val="D0D0CE"/>
      </a:accent6>
      <a:hlink>
        <a:srgbClr val="2F78C4"/>
      </a:hlink>
      <a:folHlink>
        <a:srgbClr val="92BBE6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accent1"/>
          </a:solidFill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>
          <a:lnSpc>
            <a:spcPct val="110000"/>
          </a:lnSpc>
          <a:spcBef>
            <a:spcPts val="600"/>
          </a:spcBef>
          <a:spcAft>
            <a:spcPts val="0"/>
          </a:spcAft>
          <a:defRPr dirty="0" err="1" smtClean="0"/>
        </a:defPPr>
      </a:lstStyle>
    </a:txDef>
  </a:objectDefaults>
  <a:extraClrSchemeLst/>
  <a:custClrLst>
    <a:custClr name="Green">
      <a:srgbClr val="2DB81F"/>
    </a:custClr>
    <a:custClr name="Yellow">
      <a:srgbClr val="E9C71D"/>
    </a:custClr>
    <a:custClr name="Red">
      <a:srgbClr val="B81F2D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Midnight blue 80%">
      <a:srgbClr val="373771"/>
    </a:custClr>
    <a:custClr name="Midnight blue 80%">
      <a:srgbClr val="373771"/>
    </a:custClr>
    <a:custClr name="Dark blue 80%">
      <a:srgbClr val="5B94D1"/>
    </a:custClr>
    <a:custClr name="Light blue 80%">
      <a:srgbClr val="A9C9EC"/>
    </a:custClr>
    <a:custClr name="Darker teal 80%">
      <a:srgbClr val="4C9AB0"/>
    </a:custClr>
    <a:custClr name="Dark plum 80%">
      <a:srgbClr val="5859A6"/>
    </a:custClr>
    <a:custClr name="Light gray 80%">
      <a:srgbClr val="D9D9D8"/>
    </a:custClr>
    <a:custClr name="Dark plum">
      <a:srgbClr val="2E308E"/>
    </a:custClr>
    <a:custClr name="Dark blue">
      <a:srgbClr val="2F78C4"/>
    </a:custClr>
    <a:custClr name="Dark teal">
      <a:srgbClr val="05819B"/>
    </a:custClr>
    <a:custClr name="Midnight blue 60%">
      <a:srgbClr val="666692"/>
    </a:custClr>
    <a:custClr name="Midnight blue 60%">
      <a:srgbClr val="666692"/>
    </a:custClr>
    <a:custClr name="Dark blue 60%">
      <a:srgbClr val="86AEDD"/>
    </a:custClr>
    <a:custClr name="Light blue 60%">
      <a:srgbClr val="BFD6F1"/>
    </a:custClr>
    <a:custClr name="Darker teal 60%">
      <a:srgbClr val="7BB4C3"/>
    </a:custClr>
    <a:custClr name="Dark plum 60%">
      <a:srgbClr val="8283BC"/>
    </a:custClr>
    <a:custClr name="Light gray 60%">
      <a:srgbClr val="E3E3E2"/>
    </a:custClr>
    <a:custClr name="Medium plum">
      <a:srgbClr val="7373D8"/>
    </a:custClr>
    <a:custClr name="Medium blue">
      <a:srgbClr val="6AA2DC"/>
    </a:custClr>
    <a:custClr name="Medium teal">
      <a:srgbClr val="06C7CC"/>
    </a:custClr>
    <a:custClr name="Midnight blue 40%">
      <a:srgbClr val="9999B8"/>
    </a:custClr>
    <a:custClr name="Midnight blue 40%">
      <a:srgbClr val="9999B8"/>
    </a:custClr>
    <a:custClr name="Dark blue 40%">
      <a:srgbClr val="AFC9E8"/>
    </a:custClr>
    <a:custClr name="Light blue 40%">
      <a:srgbClr val="D3E5F5"/>
    </a:custClr>
    <a:custClr name="Darker teal 40%">
      <a:srgbClr val="A9CDD8"/>
    </a:custClr>
    <a:custClr name="Dark plum 40%">
      <a:srgbClr val="ABACD3"/>
    </a:custClr>
    <a:custClr name="Light gray 40%">
      <a:srgbClr val="ECECEB"/>
    </a:custClr>
    <a:custClr name="Light plum">
      <a:srgbClr val="85A0F9"/>
    </a:custClr>
    <a:custClr name="Light blue">
      <a:srgbClr val="92BBE6"/>
    </a:custClr>
    <a:custClr name="Light teal">
      <a:srgbClr val="26EFE9"/>
    </a:custClr>
    <a:custClr name="Midnight blue 20%">
      <a:srgbClr val="CCCCDB"/>
    </a:custClr>
    <a:custClr name="Midnight blue 20%">
      <a:srgbClr val="CCCCDB"/>
    </a:custClr>
    <a:custClr name="Dark blue 20%">
      <a:srgbClr val="D7E5F4"/>
    </a:custClr>
    <a:custClr name="Light blue 20%">
      <a:srgbClr val="EAF2FA"/>
    </a:custClr>
    <a:custClr name="Darker teal 20%">
      <a:srgbClr val="D4E7EB"/>
    </a:custClr>
    <a:custClr name="Dark plum 20%">
      <a:srgbClr val="D5D6E9"/>
    </a:custClr>
    <a:custClr name="Light gray 20%">
      <a:srgbClr val="F6F6F5"/>
    </a:custClr>
  </a:custClrLst>
  <a:extLst>
    <a:ext uri="{05A4C25C-085E-4340-85A3-A5531E510DB2}">
      <thm15:themeFamily xmlns:thm15="http://schemas.microsoft.com/office/thememl/2012/main" name="Presentation5" id="{F5F4F051-22F0-4442-9496-654FF8745D7A}" vid="{AB62C236-C77B-4F69-B63E-3F34518FC0F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607</Words>
  <Application>Microsoft Office PowerPoint</Application>
  <PresentationFormat>Widescreen</PresentationFormat>
  <Paragraphs>88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Arial</vt:lpstr>
      <vt:lpstr>Symbol</vt:lpstr>
      <vt:lpstr>Cognizant_2024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Mathew, Boby (Cognizant)</dc:creator>
  <cp:lastModifiedBy>Palavesamuthu, Umadevi (Cognizant)</cp:lastModifiedBy>
  <cp:revision>3</cp:revision>
  <dcterms:created xsi:type="dcterms:W3CDTF">2025-12-15T12:28:35Z</dcterms:created>
  <dcterms:modified xsi:type="dcterms:W3CDTF">2025-12-15T13:05:05Z</dcterms:modified>
</cp:coreProperties>
</file>